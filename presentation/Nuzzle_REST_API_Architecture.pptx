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5943600" cy="5943600"/>
          </a:xfrm>
          <a:prstGeom prst="ellipse">
            <a:avLst/>
          </a:prstGeom>
          <a:solidFill>
            <a:srgbClr val="EDE7F6">
              <a:alpha val="5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097280"/>
            <a:ext cx="2377440" cy="347472"/>
          </a:xfrm>
          <a:prstGeom prst="rect">
            <a:avLst/>
          </a:prstGeom>
          <a:solidFill>
            <a:srgbClr val="EDE7F6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14300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🐾 NUZZLE FULL-STACK v2.0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RESTful API Architecture &amp;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Frontend-to-Backend Integration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3154680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decoupled, production-grade cloud architecture connecting a high-performance Vue 3 Client with a Next.js 16 REST Engine, Prisma 7 ORM, and Supabase PostgreSQL with real-time authentication.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4114800"/>
            <a:ext cx="2103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251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4663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18+ REST Endpoints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Auth, Feed, Radar, Vets &amp; PawAI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54680" y="4114800"/>
            <a:ext cx="2103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4251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291840" y="4663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Decoupled Client Layer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918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Typed Axios/Fetch API Services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394960" y="4114800"/>
            <a:ext cx="2103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32120" y="4251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532120" y="4663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PostgreSQL &amp; Supabase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53212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Prisma 7 with Connection Pooling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046720" y="1097280"/>
            <a:ext cx="3291840" cy="4572000"/>
          </a:xfrm>
          <a:prstGeom prst="roundRect">
            <a:avLst/>
          </a:prstGeom>
          <a:solidFill>
            <a:srgbClr val="161726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1325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47DE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ARCHITECTURE STACK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21040" y="1737360"/>
            <a:ext cx="2743200" cy="530352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178308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Frontend Client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412480" y="197510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7DE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Vue 3 + Vite + TypeScript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321040" y="2359152"/>
            <a:ext cx="2743200" cy="530352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0" y="2404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API Gateway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259689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Next.js 16 Route Handlers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321040" y="2980944"/>
            <a:ext cx="2743200" cy="530352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0" y="3026664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Auth &amp; Security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412480" y="32186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43F5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Supabase JWT (Bearer Token)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321040" y="3602736"/>
            <a:ext cx="2743200" cy="530352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3648456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Data Layer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2480" y="38404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Prisma 7 + PostgreSQL Pooler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321040" y="4224528"/>
            <a:ext cx="2743200" cy="530352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12480" y="4270248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Intelligence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2480" y="446227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PawDoctor 24/7 Clinical Triage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321040" y="4846320"/>
            <a:ext cx="2743200" cy="530352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12480" y="489204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Deployment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12480" y="5084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Vercel Serverless + Netlify Edge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1440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Technopreneurship 2026 • Abu Zafor, Nadim Rahman, Rizvi Sarker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Slide 2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 DESIGN &amp; ARCHITECTURE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Decoupled Three-Tier Full-Stack Infrastructure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737360"/>
            <a:ext cx="1005840" cy="25603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177393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60120" y="21031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 Presentation Layer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242316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Vue 3 + Vite + TypeScript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60120" y="26974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Reactive UI state management via appStore.ts, optimistic tactile interactions, component modules, and typed API service clients.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0120" y="3520440"/>
            <a:ext cx="3017520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657600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CAPABILITIES: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60120" y="39319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• Typed HTTP Client (apiClient.ts)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60120" y="437083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• Optimistic UI state dispatch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60120" y="480974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• Bearer Token session persistence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60120" y="52486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• Vite Dev Proxy (/api -&gt; :3000)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343400" y="155448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0" y="1737360"/>
            <a:ext cx="1005840" cy="256032"/>
          </a:xfrm>
          <a:prstGeom prst="roundRect">
            <a:avLst/>
          </a:prstGeom>
          <a:solidFill>
            <a:srgbClr val="EDE7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177393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0" y="21031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REST Gateway &amp; Engine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0" y="242316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Next.js 16 App Router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Serverless REST Route Handlers under /src/app/api with strict Zod schema validation, CORS headers, and standard JSON envelopes.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3520440"/>
            <a:ext cx="3017520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0" y="3657600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CAPABILITIES: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0" y="39319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• Zod schema payload validation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0" y="437083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• Standard { success, data, error } envelopes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572000" y="480974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• Supabase Auth session verification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0" y="52486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• Bilingual AI Triage processing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955280" y="155448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3880" y="1737360"/>
            <a:ext cx="1005840" cy="256032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83880" y="177393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183880" y="21031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Cloud Persistence &amp; Auth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183880" y="242316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Prisma 7 + PostgreSQL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183880" y="26974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Cloud database hosted on Supabase with 18 synchronized data models, Transaction/Session poolers, and secure JWT auth engine.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83880" y="3520440"/>
            <a:ext cx="3017520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83880" y="3657600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CAPABILITIES: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183880" y="39319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• 18 relational schema models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183880" y="4370832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• Supabase Transaction Pooler (Port 6543)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183880" y="480974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• Session Pooler for migrations (Port 5432)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183880" y="52486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• PostgreSQL Row Level Security (RLS)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Slide 3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SECURITY &amp; IDENTITY LAYER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Multi-Role Authentication &amp; Supabase JWT Lifecycle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3035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37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3-ROLE HIERARCHY &amp; PERMISSIONS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" y="2103120"/>
            <a:ext cx="47548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🐾 Pet Parent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43000" y="246888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Guardian Passports, Den Feed, Lost Pet Alerts, Vet Booking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05840" y="2971800"/>
            <a:ext cx="47548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0632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🛍️ Verified Pet Store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43000" y="333756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Boutique Catalog, Order Management, Gold Shield Badge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05840" y="3840480"/>
            <a:ext cx="47548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39319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🏥 Vet Clinic / Hospital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43000" y="420624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Telemedicine Slot Management, PawDoctor Triage Partner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05840" y="48463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Session Token Protocol: Bearer JWT stored in localStorage and automatically forwarded via apiClient.ts Request Interceptors with 401 token refresh.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17920" y="1554480"/>
            <a:ext cx="5212080" cy="438912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7DE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AUTHENTICATION REST HANDLERS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92240" y="2103120"/>
            <a:ext cx="4663440" cy="1097280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221284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60920" y="221284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/api/auth/signup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29400" y="251460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Registers in Supabase Auth &amp; creates linked PostgreSQL Owner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92240" y="3337560"/>
            <a:ext cx="4663440" cy="1097280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9400" y="344728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60920" y="344728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/api/auth/login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29400" y="374904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Verifies credentials via Supabase with fallback role switch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4572000"/>
            <a:ext cx="4663440" cy="1097280"/>
          </a:xfrm>
          <a:prstGeom prst="roundRect">
            <a:avLst/>
          </a:prstGeom>
          <a:solidFill>
            <a:srgbClr val="1F2038"/>
          </a:solidFill>
          <a:ln w="12700">
            <a:solidFill>
              <a:srgbClr val="2D2F5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29400" y="46817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60920" y="4681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/api/auth/me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29400" y="4983480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Validates Bearer token &amp; returns Owner with pet passports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Slide 4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SOCIAL ENGAGEMENT ENGINE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Den Feed, Tactile Reactions &amp; 24h Stories API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62179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3736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FEED &amp; MOMENTS CAPABILITIES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" y="2103120"/>
            <a:ext cx="56692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19456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Paginated Den Feed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245059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GET /api/posts supports category filtering, hashtag lookup, and cursor pagination.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05840" y="2971800"/>
            <a:ext cx="56692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06324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 Tactile Pet Reactions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33192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POST /api/posts/:id/react toggles Paw 🐾, Nuzzle 💜, Treat 🦴, Ball 🎾, and Purr 😻.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05840" y="3840480"/>
            <a:ext cx="56692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393192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Pet Persona Comments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41879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POST /api/posts/:id/comments supports posting as either human parent or as the pet.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005840" y="4709160"/>
            <a:ext cx="5669280" cy="77724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43000" y="480060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Snuggle Circles (24h Stories)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43000" y="505663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GET /api/stories fetches ephemeral active video/photo segments created in last 24 hours.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32320" y="1554480"/>
            <a:ext cx="4297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0" y="1737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TACTILE PET REACTIONS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06640" y="2103120"/>
            <a:ext cx="3749040" cy="65836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22128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🐾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092440" y="21945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Paw Print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92440" y="24231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Standard appreciation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06640" y="2852928"/>
            <a:ext cx="3749040" cy="65836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43800" y="2962656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092440" y="294436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Nuzzle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092440" y="3172968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Deep affection &amp; snuggle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406640" y="3602736"/>
            <a:ext cx="3749040" cy="65836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43800" y="3712464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🦴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092440" y="3694176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Tasty Treat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092440" y="3922776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Reward for good behaviour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406640" y="4352544"/>
            <a:ext cx="3749040" cy="65836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43800" y="446227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🎾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092440" y="4443984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Tennis Ball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092440" y="4672584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Playful energy &amp; zoomies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406640" y="5102352"/>
            <a:ext cx="3749040" cy="65836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543800" y="521208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😻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8092440" y="519379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Heart Purr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092440" y="542239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Cat vocalization love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Slide 5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 RESCUE DISPATCH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5-Mile Radar Alert &amp; Volunteer Claim-and-Lock API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3035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37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5-MILE GEOLOCATION RADAR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205740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When a pet is reported lost, the Radar Engine broadcasts a high-priority push notification to all pet parents, verified stores, and clinics within a 5.0-mile radius.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05840" y="2788920"/>
            <a:ext cx="47548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288036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🚨 Emergency Bounding Box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43000" y="3154680"/>
            <a:ext cx="4480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Queries PostgreSQL with lat/long distance math to return local alerts only.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05840" y="3840480"/>
            <a:ext cx="47548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393192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🔒 Claim-and-Lock Rescue Protocol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4206240"/>
            <a:ext cx="4480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POST /api/lost-found/:id/claim locks rescue case to 1 volunteer to prevent duplicate dispatches.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05840" y="4892040"/>
            <a:ext cx="47548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43000" y="498348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💰 Bounty &amp; Identification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5257800"/>
            <a:ext cx="4480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Displays microchip ID, collar tags, distinctive markings, and optional rescue rewards.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17920" y="1554480"/>
            <a:ext cx="5212080" cy="438912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7DE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RADAR ALERT PAYLOAD SCHEMA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92240" y="2103120"/>
            <a:ext cx="46634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/api/lost-found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"petName": "Archie",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"species": "Dog",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"breed": "Cocker Spaniel",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"status": "lost",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"lastSeenAddress": "Gulshan-2 Circle, Dhaka",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"lastSeenLatitude": 23.7925,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"lastSeenLongitude": 90.4078,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"rewardAmount": "$250 Bounty",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"isUrgent": true,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"microchipId": "985-1410-0921-334"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Claim-and-Lock Response: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"success": true, "status": "claimed", "volunteerId": "usr_99" }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Slide 6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TELEMEDICINE &amp; CLINICAL CARE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Veterinary Directory &amp; Appointment Scheduling API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Verified Clinic Directory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60120" y="21031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/api/vet/directory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0120" y="242316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Returns accredited veterinary hospitals in Dhaka with ratings, distance radius, and emergency badges.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60120" y="3200400"/>
            <a:ext cx="3017520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342900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5935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 Dr. Sarah Al-Mansoor (Cascade 24/7)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60120" y="420624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370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 Dr. Marcus Lee (Bay Area Exotic)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60120" y="498348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5148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 Dr. Priya Nair (Sunnyvale Wellness)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43400" y="155448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 Priority Placement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0" y="21031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Ranking Algorithm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0" y="242316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Subscribed partner clinics receive guaranteed #1 priority placement in PawAI triage suggestions.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0" y="3200400"/>
            <a:ext cx="3017520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342900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35935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 Gold Clinic Shield Badge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420624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4370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 Instant Triage Log Handoff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498348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5148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 0% Booking Commission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955280" y="155448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C8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Slot Scheduling Engine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183880" y="210312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/api/vet/appointments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183880" y="242316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Pet parents book physical or virtual consultations with real-time slot conflict prevention.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183880" y="3200400"/>
            <a:ext cx="3017520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83880" y="342900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21040" y="35935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 Vaccination &amp; Checkups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183880" y="420624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21040" y="4370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 Emergency Trauma Booking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183880" y="4983480"/>
            <a:ext cx="3017520" cy="64008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21040" y="5148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1E3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 Adoption Meet &amp; Greets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Slide 7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COMMERCE &amp; ADOPTION HUBS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Verified Pet Boutique &amp; Adoption Listings API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3035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37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🛍️ VERIFIED PET MARKETPLACE API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" y="2103120"/>
            <a:ext cx="47548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19456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 /api/marketplace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2468880"/>
            <a:ext cx="4480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Filtered product catalog by Category (Food, Toys, Beds, Apparel, Health).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05840" y="3154680"/>
            <a:ext cx="47548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24612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POST /api/marketplace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3520440"/>
            <a:ext cx="4480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Verified merchants list authentic products with stock counts, pricing &amp; images.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05840" y="4206240"/>
            <a:ext cx="47548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429768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Gold Shield Verification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4572000"/>
            <a:ext cx="4480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Verified stores get official badge &amp; priority placement across marketplace feeds.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17920" y="155448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🏠 RESCUE &amp; ADOPTION NETWORK API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92240" y="2103120"/>
            <a:ext cx="466344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219456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 /api/adoption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29400" y="2468880"/>
            <a:ext cx="4389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Lists shelter &amp; rescue pets with age, breed, gender, and temperament tags.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92240" y="3154680"/>
            <a:ext cx="466344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324612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Vaccination &amp; Neutered Badges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29400" y="3520440"/>
            <a:ext cx="4389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Each pet profile carries verified medical records and shelter background.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492240" y="4206240"/>
            <a:ext cx="466344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9400" y="429768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Meet &amp; Greet Scheduling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29400" y="4572000"/>
            <a:ext cx="4389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Direct adoption inquiry flow syncing with veterinary calendar slots.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Slide 8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INTELLIGENCE SUITE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PawDoctor 24/7 Symptom Triage Engine API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4864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373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CLINICAL TRIAGE CLASSIFICATION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" y="2103120"/>
            <a:ext cx="4937760" cy="105156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21284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🚨 EMERGENCY (Critical)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2487168"/>
            <a:ext cx="4663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Toxins (chocolate, poison, grapes), uncontrolled bleeding, trauma. Triggers immediate 24/7 emergency clinic dispatch.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05840" y="3291840"/>
            <a:ext cx="4937760" cy="105156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40156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⚠️ MODERATE (Clinical Attention)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43000" y="3675888"/>
            <a:ext cx="4663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Limping, repeated vomiting, diarrhea, lethargy. Suggests withholding food for 4h and booking quick checkup.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005840" y="4480560"/>
            <a:ext cx="4937760" cy="105156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459028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🌿 LOW / WELLNESS (Guidance)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4864608"/>
            <a:ext cx="4663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Nutrition, dietary caloric calculation, coat health, preventive care tips in Bangla &amp; English.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0" y="1554480"/>
            <a:ext cx="5029200" cy="438912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0" y="173736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/api/pawai/triage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75120" y="2057400"/>
            <a:ext cx="44805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 Body: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"petName": "Mochi",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"species": "Cat",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"symptoms": "cat ate lilies and is vomiting",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"isProSubscriber": true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Structured Response: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"success": true,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"data": {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"urgency": "emergency",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"urgencyScore": 95,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"analysisEn": "Lilies are acutely nephrotoxic to felines. Emergency hospital care required.",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"analysisBn": "লিলি ফুল বিড়ালের জন্য অত্যন্ত বিষাক্ত। অবিলম্বে হাসপাতালে নিন।",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"suggestedClinics": [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"name": "Cascade 24/7 Hospital", "distance": "1.2 mi" }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Slide 9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CLIENT INTEGRATION LAYER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Frontend Service Architecture &amp; Reactive State Synchronization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916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apiClient.ts (Core HTTP Client)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96596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 fetch client supporting Bearer token headers, standard JSON unwrapping, timeout guards, and Vite proxy.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14400" y="2606040"/>
            <a:ext cx="4937760" cy="86868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697480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apiClient.get&lt;T&gt;(url, params)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apiClient.post&lt;T&gt;(url, body)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apiClient.setToken(jwt)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72200" y="155448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16916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Domain Service Modules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196596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Modular services encapsulating each business domain: authService, postService, petService, vetService, pawAiService.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355080" y="2606040"/>
            <a:ext cx="4937760" cy="86868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697480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authService.login({ email, password })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postService.react(id, "nuzzle")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vetService.bookSlot(slotId)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" y="37947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9319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appStore.ts Reactive Sync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420624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Vue reactive store performs optimistic mutations immediately for zero-lag UI, then asynchronously syncs to backend API.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14400" y="4846320"/>
            <a:ext cx="4937760" cy="86868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937760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post.likesCount++;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postService.react(id).catch(rollback);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72200" y="37947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39319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Vite Dev Proxy Configuration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20624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vite.config.ts automatically proxies all /api requests to http://localhost:3000 for seamless local development with 0 CORS.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55080" y="4846320"/>
            <a:ext cx="4937760" cy="868680"/>
          </a:xfrm>
          <a:prstGeom prst="roundRect">
            <a:avLst/>
          </a:prstGeom>
          <a:solidFill>
            <a:srgbClr val="161726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4937760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server: {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proxy: { "/api": "http://localhost:3000" }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🐾 Nuzzle Engine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Slide 10 / 10 • Full-Stack REST API Architecture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PRODUCTION INFRASTRUCTURE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Cloud Deployment Topology &amp; Full-Stack Summary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6217920"/>
            <a:ext cx="10728655" cy="0"/>
          </a:xfrm>
          <a:prstGeom prst="line">
            <a:avLst/>
          </a:prstGeom>
          <a:noFill/>
          <a:ln w="12700">
            <a:solidFill>
              <a:srgbClr val="EAE2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Nuzzle API v2.0 • Abu Zafor, Nadim Rahman, Rizvi Sarker • Technopreneurship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53035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37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PRODUCTION CLOUD TOPOLOGY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" y="2103120"/>
            <a:ext cx="4754880" cy="74980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22677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219456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Frontend Hosting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00200" y="24231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Vercel / Netlify (SPA Rewrites via vercel.json)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005840" y="2971800"/>
            <a:ext cx="4754880" cy="74980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31363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00200" y="306324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Backend API Engine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00200" y="3291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Vercel Serverless Functions (Next.js 16)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5840" y="3840480"/>
            <a:ext cx="4754880" cy="74980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43000" y="40050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🗄️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00200" y="393192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Database Cloud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00200" y="41605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Supabase PostgreSQL (18 Models Synchronized)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05840" y="4709160"/>
            <a:ext cx="4754880" cy="749808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43000" y="48737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🔐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00200" y="480060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589B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Authentication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600200" y="50292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1E38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Supabase Auth (JWT Bearer Token Flow)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17920" y="155448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FULL-STACK REPOSITORIES &amp; METRICS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2103120"/>
            <a:ext cx="22402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2194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18+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26060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REST Route Handlers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869680" y="2103120"/>
            <a:ext cx="22402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06840" y="219456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18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006840" y="260604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Database Models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92240" y="3154680"/>
            <a:ext cx="22402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29400" y="324612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6629400" y="365760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User Roles (Parent/Store/Vet)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869680" y="3154680"/>
            <a:ext cx="2240280" cy="914400"/>
          </a:xfrm>
          <a:prstGeom prst="roundRect">
            <a:avLst/>
          </a:prstGeom>
          <a:solidFill>
            <a:srgbClr val="F6F2FB"/>
          </a:solidFill>
          <a:ln w="12700">
            <a:solidFill>
              <a:srgbClr val="EAE2F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06840" y="324612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3F5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100%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9006840" y="365760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537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Type-Safe (TypeScript)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92240" y="4389120"/>
            <a:ext cx="4663440" cy="1280160"/>
          </a:xfrm>
          <a:prstGeom prst="roundRect">
            <a:avLst/>
          </a:prstGeom>
          <a:solidFill>
            <a:srgbClr val="EDE7F6"/>
          </a:solidFill>
          <a:ln w="12700">
            <a:solidFill>
              <a:srgbClr val="D5C8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4526280"/>
            <a:ext cx="4297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📦 GITHUB REPOSITORIES: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480060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Frontend: https://github.com/zafor2002/nuzzle-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Backend:  https://github.com/zafor2002/nuzzle-backend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61E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Documentation: API_DOCUMENTATION.md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Nuzzle (Dhaka, Bangladesh)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Nuzzle — RESTful API Architecture &amp; Frontend-to-Backend Connection</dc:title>
  <dc:subject>Comprehensive Full-Stack REST API &amp; Data Flow Architecture (Technopreneurship 2026)</dc:subject>
  <dc:creator>Abu Zafor, Nadim Rahman, Rizvi Sarker</dc:creator>
  <cp:lastModifiedBy>Abu Zafor, Nadim Rahman, Rizvi Sarker</cp:lastModifiedBy>
  <cp:revision>1</cp:revision>
  <dcterms:created xsi:type="dcterms:W3CDTF">2026-09-02T07:04:27Z</dcterms:created>
  <dcterms:modified xsi:type="dcterms:W3CDTF">2026-09-02T07:04:27Z</dcterms:modified>
</cp:coreProperties>
</file>