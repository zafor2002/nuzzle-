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5840"/>
            <a:ext cx="438912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515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ROUND 2: BACKEND &amp; API INTEGRATION (WEEKS 3–4)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Connecting Frontend to Backend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Full-Stack Engine: Decoupled Vue.js Client connected to a production RESTful API Engine, Prisma 7 ORM, and Supabase PostgreSQL with Google OAuth 2.0 and real-time state synchronization.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RESTful Principles &amp; Schema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Integration Demo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Vue.js to REST Endpoints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3212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Lessons Learned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Poolers, OAuth &amp; Fresh Release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005840"/>
            <a:ext cx="3291840" cy="4754880"/>
          </a:xfrm>
          <a:prstGeom prst="roundRect">
            <a:avLst/>
          </a:prstGeom>
          <a:solidFill>
            <a:srgbClr val="1617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5-MINUTE PRESENTATION AGENDA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21040" y="164592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1755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17190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Architecture Overview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1993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1:15 min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21040" y="242316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253288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0" y="2496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Relational Schema &amp; Supabase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69680" y="277063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21040" y="320040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33101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Integration &amp; Vue.js Demo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69680" y="35478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1:30 min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21040" y="397764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4087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4050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&amp; Auth Gate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69680" y="43251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21040" y="475488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69680" y="4828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Lessons Learned &amp; Fresh Release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69680" y="51023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1440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2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 PRESENTATION 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Core Deliverables: Architecture, Integration &amp; Lessons Learned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0:00 – 1:45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Deep-dive into RESTful principles, decoupled serverless architecture, 18 relational schema models, connection pooling, and multi-role authentication.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REST constraints: Stateless, Resource-based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Standard JSON response envelopes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18 synchronized Prisma/PostgreSQL 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Supabase Auth &amp; Google OAuth 2.0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Integration Demo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1:45 – 3:30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demonstration of connecting the Vue.js frontend to REST endpoints using a typed HTTP client layer, optimistic UI updates, and error boundaries.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Decoupled apiClient.ts &amp; service layer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Den Feed &amp; 5 Tactile Pet Reactions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5-Mile Emergency Radar &amp; Volunteer Claim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PawDoctor AI 24/7 Clinical Triage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838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Lessons &amp; Improvements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8388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3:30 – 5:00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8388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architectural hurdles overcome, database connection pool tuning, OAuth redirect resolution, and fresh production release engineering.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8388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Database connection pool starvation resolved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8388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Handling OAuth redirect loops &amp; port mapping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8388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Fresh account lifecycle &amp; data isolation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8388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Production Vercel deployment &amp; CI/CD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3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BACKEND ARCHITECTURE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RESTful API Principles &amp; Decoupled Gateway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43891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RESTful PRINCIPLES ADHERED 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2103120"/>
            <a:ext cx="393192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194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Stateless Communication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4505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HTTP request contains complete context via Authorization: Bearer &lt;JWT&gt; headers. No server-side session locks.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2971800"/>
            <a:ext cx="393192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063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Resource-Oriented URI 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3192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Predictable plural noun paths (/api/posts, /api/pets, /api/vet/appointments, /api/lost-found) matching business domains.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0120" y="3840480"/>
            <a:ext cx="393192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31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Uniform HTTP Verbs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41879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for reads, POST for creation, PATCH/PUT for mutations, and DELETE for removals with standard status codes.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0120" y="4709160"/>
            <a:ext cx="393192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800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Consistent Response Envelopes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50566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endpoints wrap responses in { success: boolean, data?: T, error?: string, message?: string } for seamless client parsing.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49240" y="1554480"/>
            <a:ext cx="6110935" cy="4389120"/>
          </a:xfrm>
          <a:prstGeom prst="roundRect">
            <a:avLst/>
          </a:prstGeom>
          <a:solidFill>
            <a:srgbClr val="161726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71907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FULL-STACK REST API SYSTEM ARCHITECTURE</a:t>
            </a:r>
            <a:endParaRPr lang="en-US" sz="1050" dirty="0"/>
          </a:p>
        </p:txBody>
      </p:sp>
      <p:pic>
        <p:nvPicPr>
          <p:cNvPr id="25" name="Image 0" descr="E:\nuzzle project\nuzzle_backend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029968"/>
            <a:ext cx="5745175" cy="3209544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532120" y="5321808"/>
            <a:ext cx="1865376" cy="530352"/>
          </a:xfrm>
          <a:prstGeom prst="roundRect">
            <a:avLst/>
          </a:prstGeom>
          <a:solidFill>
            <a:srgbClr val="202336"/>
          </a:solidFill>
          <a:ln w="10160">
            <a:solidFill>
              <a:srgbClr val="373B5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86984" y="5358384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&amp; Ingress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586984" y="5559552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Vue 3 SPA • Vercel Proxy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470648" y="5321808"/>
            <a:ext cx="1865376" cy="530352"/>
          </a:xfrm>
          <a:prstGeom prst="roundRect">
            <a:avLst/>
          </a:prstGeom>
          <a:solidFill>
            <a:srgbClr val="202336"/>
          </a:solidFill>
          <a:ln w="10160">
            <a:solidFill>
              <a:srgbClr val="373B5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25512" y="5358384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Next.js 16 REST Engine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525512" y="5559552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Route Handlers • Zod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409176" y="5321808"/>
            <a:ext cx="1865376" cy="530352"/>
          </a:xfrm>
          <a:prstGeom prst="roundRect">
            <a:avLst/>
          </a:prstGeom>
          <a:solidFill>
            <a:srgbClr val="202336"/>
          </a:solidFill>
          <a:ln w="10160">
            <a:solidFill>
              <a:srgbClr val="373B5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464040" y="5358384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Infrastructure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9464040" y="5559552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7 • Supabase PG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4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DATABASE SCHEMA &amp; PERSISTENCE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Relational Models on Supabase Cloud PostgreSQL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&amp; Social Core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Owner, Pet, Post, Comment, Like, Follow, Hashtag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Multi-pet personas per owner, 5 tactile pet reactions, threaded comments, and follower graph with bi-directional relations.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&amp; Clinical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LostFoundPost, Vet, Appointment, HealthLog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Geolocation coordinates, volunteer claim-and-lock rescue state, clinic accreditation, and vaccination health logs.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Commerce &amp; Multimedia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18388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MarketplaceListing, AdoptionListing, Story, Reel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8388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Gold-shield verified boutiques, rescue animal profiles, 24h ephemeral story reels, and multimedia assets.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 CONNECTION POOLING ARCHITECTURE (SUPABASE POSTGRESQL)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4480560"/>
            <a:ext cx="5029200" cy="12344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590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Pooler (Port 6543) • Runtime API Traffic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DATABASE_URL connected via PgBouncer. Allows thousands of concurrent serverless API requests without exhausting PostgreSQL connection limits.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4480560"/>
            <a:ext cx="5029200" cy="12344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590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Pooler (Port 5432) • Schema Migrations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DIRECT_URL with direct TCP socket. Dedicated exclusively for running prisma db push and schema migrations that require full DDL session locks.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5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SECURITY &amp; AUTHENTICATION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Multi-Role Authorization &amp; Google OAuth 2.0 Integration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ACCESS CONTROL (RBAC)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128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Pet Guardian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871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register pets, log health records, post moments, and broadcast 5-mile emergency radar alerts.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1729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🛍️ Verified Pet Store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4472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Authorized to list inventory, manage boutique stock, and display Gold Shield verified store badges.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402336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330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🏥 Licensed Vet Clinic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4074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Maintains telemedicine consultation slots, verified credentials, and receives PawDoctor emergency referrals.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5120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Authorization Header: Bearer &lt;Supabase_JWT&gt; validated on all protected routes with automatic 401 unauthorized rejection.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2.0 PROTOCOL &amp; 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214884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2402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Frontend Trigger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247802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clicks "Continue with Google" -&gt; calls signInWithOAuth({ provider: "google" })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301752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1089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Google Consent Screen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9400" y="334670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Redirects to Google Accounts; user authorizes profile &amp; email credentials.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388620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977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Supabase Callback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29400" y="421538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callback URI validates credentials &amp; mints live JWT access token.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475488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846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Session Capture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29400" y="50840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initSupabaseAuthListener() captures token, sets user avatar, and unlocks feed.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6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API INTEGRATION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Connecting the Vue.js Frontend to REST APIs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apiClient.ts (Core HTTP Wrapper)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Centralized fetch wrapper handling base URLs, auto-attaching Bearer tokens from localStorage, unwrapping { success, data } envelopes, and uniform error logging.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7249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apiClient.post&lt;T&gt;("/posts", payload);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(!res.success) throw new Error(res.error);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Domain-Driven Services Layer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domain services (authService, postService, vetService, lostFoundService, pawAiService) that translate UI actions into REST endpoints.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65176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7249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postService =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react: (id, type) =&gt; apiClient.post(`/posts/${id}/react`, { type })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Vite Development Proxy (Zero-CORS)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in vite.config.ts to proxy /api requests to http://localhost:3000 during local development, completely eliminating browser CORS blocks.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89204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9651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proxy: { "/api": "http://localhost:3000" }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Cloud Integration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5508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production, Vercel environment variables inject VITE_API_BASE_URL pointing to the deployed backend serverless functions with standard CORS headers.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89204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9651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VITE_API_BASE_URL = "https://nuzzle-backend.vercel.app/api"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7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API INTEGRATION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REST Endpoint Demonstrations &amp; UI Workflows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 Feed &amp; Tactile Reactions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/api/posts/:id/react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42ms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Pet parents react with 5 tactile pet reactions (🐾 Paw, 💜 Nuzzle, 🦴 Treat, 🎾 Ball, 😻 Purr). Optimistically updates reaction counts in Vue.js appStore.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310896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821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5-Mile Emergency Radar &amp; Claim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/api/lost-found/:id/claim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46920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58ms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lost pet alerts broadcast within a 5.0-mile radius. Volunteers claim-and-lock rescue cases to prevent duplicated rescue attempts.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310896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1821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PawDoctor 24/7 AI Clinical Triage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206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/api/pawai/triage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0624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110ms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0120" y="4480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symptom triage classifying urgency into Emergency, Moderate, and Low with bilingual (Bangla &amp; English) recommendations.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0120" y="534924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42239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Vet Telemedicine Slot Booking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4206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/api/vet/appointments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4692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 Created • Latency: 65ms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4480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calendar scheduling preventing double-booking across accredited clinics (Cascade 24/7, Bay Area Exotic, Sunnyvale Wellness).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534924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542239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8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DATA SYNCHRONIZATION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Optimistic UI Updates &amp; Error Rollback Mechanisms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OPTIMISTIC UI PATTERN IN NUZZLE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social applications, waiting 100-300ms for network round-trips ruins tactile interaction. Nuzzle utilizes optimistic mutations: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269748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788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Instant UI Reaction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04495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user taps 💜 Nuzzle, reaction count increments immediately in the local Vue reactive store.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65760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7490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Background REST Dispatch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00507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postService.react(postId, "nuzzle") sends async HTTP request in the background.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461772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7091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Automatic Rollback on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496519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network fails or server responds with 500/400, count automatically reverts with a toast notification.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REACTIVE STORE MUTATION IMPLEMENTATION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205740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appStore.ts: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togglePostReaction(postId, type)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post = posts.find(p =&gt; p.id === postId);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(!post) return;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Optimistic Mutation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previousState = { ...post.reactions };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post.reactions[type]++;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post.isReacted = true;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Async REST API Request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postService.react(postId, type);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(!res.success) throw new Error(res.error);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Rollback on Network Failure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post.reactions = previousState;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post.isReacted = false;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showToast("Failed to save reaction. Please retry.");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9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3 • LESSONS LEARNED &amp; CHALLENGES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Technical Hurdles &amp; Architectural Solutions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Pool Starvation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initially failed with "prepared statement already exists" and connection exhaustion on Supabase serverless instances during concurrent traffic.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dual connection strings: Transaction pooler (Port 6543, pgbouncer=true) for runtime APIs and Session pooler (Port 5432) for schema migrations.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 Port &amp; Redirect Mismatch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redirected back to localhost:3000 resulting in "Connection Refused" because the Vue.js frontend was running on localhost:5173.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Supabase URL Configuration whitelist to include http://localhost:5173/** and updated redirect_to options in signInWithOAuth.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838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Decoupled Environment Security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18388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8388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Vercel warned of exposing private database credentials if variables carried framework prefixes like NEXT_PUBLIC_.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8388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8388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Architected server-side Supabase client to read private SUPABASE_URL and SUPABASE_ANON_KEY while Vue client uses VITE_ public variables.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10 / 10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3 • IMPROVEMENTS &amp; RELEASE READINESS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Improvements &amp; Fresh Account Lifecycle Engineering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MAJOR ENGINEERING IMPROVEMENTS MADE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Mock Data to PostgreSQL Cloud Migration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Migrated from in-memory arrays to 18 live tables on Supabase Cloud PostgreSQL with relational integrity.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1546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Google OAuth 2.0 Integration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429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Engineered 1-click Google authentication capturing user profile, display name, and avatar seamlessly.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402336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148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Fresh Account Lifecycle &amp; Data Isolation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38912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users land on a clean slate without inheriting demo pets or mock memories. Fresh pet registration &amp; personal photo grid.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498348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074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First-Visit Auth Gate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534924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Enforced authentication guard so fresh visitors must log in or sign up before accessing the Den Feed.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RELEASE SUMMARY &amp; REPOSITORIES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18+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2940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 Handlers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6968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00684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Models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1-Click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2940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2.0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6968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00684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Type-Safe (TS)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4389120"/>
            <a:ext cx="4663440" cy="128016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45262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📦 PRODUCTION GITHUB REPOSITORIES: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0" y="48006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Frontend Repo: https://github.com/zafor2002/nuzzle-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Backend Repo:  https://github.com/zafor2002/nuzzle-backend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Live Status:   Nuzzle API v2.0 Console Operational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Nuzzle (Dhaka, Bangladesh)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 2: Backend &amp; API Integration • Session 2: Building RESTful APIs &amp; Connecting Frontend to Backend</dc:title>
  <dc:subject>5-Minute Presentation: Backend Architecture, API Integration Demo, Lessons Learned &amp; Improvements Made</dc:subject>
  <dc:creator>Abu Zafor, Nadim Rahman, Rizvi Sarker</dc:creator>
  <cp:lastModifiedBy>Abu Zafor, Nadim Rahman, Rizvi Sarker</cp:lastModifiedBy>
  <cp:revision>1</cp:revision>
  <dcterms:created xsi:type="dcterms:W3CDTF">2026-09-04T05:04:45Z</dcterms:created>
  <dcterms:modified xsi:type="dcterms:W3CDTF">2026-09-04T05:04:45Z</dcterms:modified>
</cp:coreProperties>
</file>