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822960"/>
            <a:ext cx="94484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C8F2"/>
            </a:solidFill>
            <a:prstDash val="solid"/>
          </a:ln>
          <a:effectLst>
            <a:outerShdw sx="100000" sy="100000" kx="0" ky="0" algn="bl" rotWithShape="0" blurRad="177800" dist="50800" dir="5400000">
              <a:srgbClr val="947DEE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143000"/>
            <a:ext cx="8899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SESSION-01: UI/UX PRESENTATION • 5-MINUTE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45920" y="1508760"/>
            <a:ext cx="8899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Nuzzle: The AI-Powered Pet Social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2148840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for Bangladesh • MVP Development &amp; Dhaka Launch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"An AI-powered, pet-first mobile social ecosystem uniting Dhaka's pet parents through dedicated pet profiles, 24/7 AI health triage, visual lost-pet matching, and emergency street-rescue dispatch."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8534095" cy="5943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4251960"/>
            <a:ext cx="8168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👥 Project Team: Abu Zafor • Nadim Rahman • Rizvi Sarker    |    📍 Focus: Dhaka Launch (July 2026)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CONCEPT • THE STRATEGIC INSIGHT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Nuzzle &amp; What Are We Solving?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What is Nuzzle?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structural decision that defines the product: The pet holds the account, not the owner. An animal has its own profile with photo history, milestones, health logs, and personality-driven bio.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top of this social foundation sit 3 AI systems: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Visual Lost-Pet Matching (embedding similarity)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24/7 Health Urgency Triage (Bangla/English)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Adoption Compatibility Matching &amp; Street Rescue Alerts.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What Problem Are We Solving?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7237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Bangladesh pet ownership surged +170% in 3 years (Tk 500 Cr cat food market), yet all interactions happen in unorganized Facebook groups: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Lost pets go unrecovered due to massive post volume.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First-time owners panic over basic symptoms.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Injured street animals have zero dispatch route.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Pet businesses have no targeted storefronts.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4526280"/>
            <a:ext cx="472379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645152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Social Layer ⇄ Episodic AI Utility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919472"/>
            <a:ext cx="44494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retention generates the local density &amp; training data that makes AI matching work in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2 • UI/UX PRINCIPLES &amp; INSIGHTS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Learnings from the UI/UX Session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Pet-As-Entity Architecture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pet holds the account, milestones, and medical record—providing structured canonical data for downstream AI matching.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IA Strategy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0148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30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07308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 Lavender Ergonomics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07308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lost-pet panic or symptoms, loud feeds heighten anxiety. Our soothing lavender palette fosters trust &amp; de-escalation.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07308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7308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Emotional 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45936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Zero-Barrier Emergency UX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45936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an injured animal takes &lt;30s with zero mandatory login—eliminating friction at life-or-death moments.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45936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Frictionless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47404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4564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84564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Tactile Pet Micro-Reactions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84564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Facebook-style pet reaction dock: Paw Five 🐾, Nuzzle 💜, Treat 🦴, Fetch 🎾, and Purr 😻 for joyful community bond.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84564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4564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Micro-Interactions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3 • MARKET REALITY &amp; PERSONAS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Target Users in Bangladesh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2880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+170% Pet Ownership Surge (3 Years)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~90% cats • Tk 500 Cr (US$43M) cat-food market • 4,000+ shops • 225+ clinics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Pain Points in Bangladesh: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472379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Pets have zero persistent online identity on Facebook.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Lost-pet posts get buried rapidly without visual matching.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Symptom panic vs dangerous care delay for first-time owners.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Injured street strays have no geo-targeted route to rescue.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Core Customer Segments (Dhaka Focus):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24028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 A (B2C): Pet Parents &amp; Adopters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53288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Dhaka pet owners (Dhanmondi, Gulshan, Uttara) needing daily social community, digital passports, and 24/7 AI health support.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38328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47472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 B (B2B): Pet Shops, Groomers &amp; Clinics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76732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4,225+ shops nationwide with zero pet-tailored digital discovery. Monetized via Tk 500/month verified subscriptions.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461772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0916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 C (Welfare): Rescue Volunteers &amp; Shelters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500176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Dhaka street-animal rescue network utilizing geo-fenced claim-and-lock dispatch free of charge.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4 • USER FLOWS &amp; SYSTEM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Process &amp; Architectural Decisions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Locality-First Feed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Ranked strictly by recency and neighborhood proximity rather than dopamine engagement algorithms. Builds local density so lost pets are recognized immediately by neighbors.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PostGIS Geo-Radius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689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6689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3-Tier Health Triage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6689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Symptoms described in Bangla or English. Classifies into: (1) Monitor at home, (2) See vet in 24-48h, or (3) Emergency Care Now. Escalation-biased for veterinary safety.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96689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6689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Licensed Vet-Signed Taxonomy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897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78978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Claim-and-Lock Rescue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978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Geo-fenced alert broadcast to nearest registered NGO volunteers. First responder claims and locks report, preventing wasted trips and showing live arrival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8978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8978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Progressive Radius Dispatch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DEEP DIVE • FEED &amp; MICRO-INTERACTIONS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 &amp; Facebook-Style Pet Reaction Dock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1_home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472379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Key UI Components &amp; Interactions: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14884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22199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Facebook-Style Pet Reaction Dock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29400" y="247802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Hover/click opens floating frosted dock with 1.4x zoom: 🐾 Paw Five, 💜 Nuzzle, 🦴 Treat, 🎾 Fetch, 😻 Purr.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31089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18211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Pet Mood &amp; Soundbite Bar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29400" y="343814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Pills displaying active pet moods (🐾 Zoomies) and audio waveform barks (🎵 Excited Panting &amp; Tail Wag).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92240" y="406908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414223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Pet Thought Dialogue Bubbles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439826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First-person pet monologues: 💭 "I am the Supreme Branch Master. This stick belongs in the Smithsonian."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92240" y="502920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10235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Organic Media Container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29400" y="535838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22px asymmetric squircle corners with floating location capsules and double-tap celebration bursts.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DEEP DIVE • AI VISION &amp; TRIAGE SUITE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PawAI Intelligence Suite &amp; 24/7 Triage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3_pawai_sc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PetScan AI Vision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 biometric scanning for breed purity (98.4%), body condition score, coat sheen, and facial emotion.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E:\nuzzle project\forntenduse vue js\presentation_screenshots\04_pawai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🩺 24/7 Symptom Triage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Bangla &amp; English natural language health triage classifying into Low, Moderate, or Critical urgency with emergency vet routing.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E:\nuzzle project\forntenduse vue js\presentation_screenshots\05_pawai_trans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🎙️ Audio Voice Translator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Captures bark and meow audio waveforms to translate pet vocalizations into humorous first-person thoughts.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DEEP DIVE • SAFETY, STORIES &amp; PASSPORT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Radar, Snuggle Circles &amp; Pet Passport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9_lost_and_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🚨 5-Mile Emergency Radar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embedding photo comparison and &lt;30-second zero-barrier injured animal report dispatch with claim-and-lock.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E:\nuzzle project\forntenduse vue js\presentation_screenshots\02_story_vie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Snuggle Circles Stories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Squircle daily story carousel with live pet activity tags (☁️ Zoomies, 🎶 Singing) and glowing lavender borders.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E:\nuzzle project\forntenduse vue js\presentation_screenshots\14_pet_persona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Passport &amp; Switching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Floating Island Navigation capsule bar, on-the-fly pet perspective switcher, and complete digital health passports.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SYSTEM • TOKENS &amp; AESTHETICS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Lavender &amp; White Textured Design Tokens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🎨 Curated Design Tokens: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Primary Lavender (#947DEE): Evokes care, calm, and clinical trust.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Deep Violet (#7C3AED): High-contrast accent for interactive states.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Pearl White (#FCFAFF): Textured background reducing glare.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Deep Plum Ink (#261E38): WCAG AAA compliant text contrast.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Frosted Glassmorphism: backdrop-filter: blur(24px) with multi-layer shadows.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Typography: Plus Jakarta Sans (body) &amp; Outfit (display branding).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3" name="Image 0" descr="E:\nuzzle project\forntenduse vue js\presentation_screenshots\17_dark_theme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472379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0" y="5029200"/>
            <a:ext cx="4723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🌙 Dual Light &amp; Dark Theme Accessibility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5349240"/>
            <a:ext cx="4723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Seamless toggle preserving high-contrast legibility across bright daylight and night.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6 • LEARNINGS, ROADMAP &amp; CONCLUSION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Six-Month Dhaka Launch Roadmap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🚀 6-Month Roadmap &amp; Gate Criteria (Dhaka):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Months 1–2 (Foundation): Pet profiles, follow graph, locality feed, UX complete.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Month 3 (Lost-Pet AI): Precision@5 ≥ 60% with visual embedding similarity.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Month 4 (Triage &amp; Rescue): Vet sign-off, &lt;5% under-triage rate, 20+ responders.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Month 5 (Adoption AI): Compatibility scoring, 50 verified shops, 10 shelters.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Month 6 (Public Launch): 10,000 users, 12,000 pet profiles in Dhaka.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6F2FB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💡 Key Prototype Learnings: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7237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social layer earns daily attention and generates continuous multi-photo training data; the AI features provide indispensable crisis support.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Neither half functions without the other, and building them together creates a compounding network moat.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069080"/>
            <a:ext cx="472379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  <a:effectLst>
            <a:outerShdw sx="100000" sy="100000" kx="0" ky="0" algn="bl" rotWithShape="0" blurRad="127000" dist="38100" dir="5400000">
              <a:srgbClr val="947D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51960"/>
            <a:ext cx="43580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CLOSING REMARK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4572000"/>
            <a:ext cx="43580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"Pets are family. Nuzzle gives them the dedicated, intelligent, and compassionate platform they deserve."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Nuzzle — The Social Network for Pets (AI-Powered, Built for Bangladesh)</dc:title>
  <dc:subject>Comprehensive UI/UX Pitch &amp; Prototype Presentation (Gigalogy Technopreneurship 2026)</dc:subject>
  <dc:creator>Abu Zafor, Nadim Rahman, Rizvi Sarker</dc:creator>
  <cp:lastModifiedBy>Abu Zafor, Nadim Rahman, Rizvi Sarker</cp:lastModifiedBy>
  <cp:revision>1</cp:revision>
  <dcterms:created xsi:type="dcterms:W3CDTF">2026-09-02T09:04:30Z</dcterms:created>
  <dcterms:modified xsi:type="dcterms:W3CDTF">2026-09-02T09:04:30Z</dcterms:modified>
</cp:coreProperties>
</file>