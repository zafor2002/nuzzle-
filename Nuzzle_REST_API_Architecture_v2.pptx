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237744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FULL-STACK v2.0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RESTful API Architecture &amp;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Frontend-to-Backend Integration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decoupled, production-grade cloud architecture connecting a high-performance Vue 3 Client with a Next.js 16 REST Engine, Prisma 7 ORM, and Supabase PostgreSQL with real-time authentication.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2103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18+ REST Endpoints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Auth, Feed, Radar, Vets &amp; PawAI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4114800"/>
            <a:ext cx="2103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Decoupled Client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 Axios/Fetch API Services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0" y="4114800"/>
            <a:ext cx="2103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&amp; Supabase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7 with Connection Pooling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1097280"/>
            <a:ext cx="3291840" cy="4572000"/>
          </a:xfrm>
          <a:prstGeom prst="roundRect">
            <a:avLst/>
          </a:prstGeom>
          <a:solidFill>
            <a:srgbClr val="1617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ARCHITECTURE STACK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21040" y="1737360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783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Client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19751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Vue 3 + Vite + TypeScript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21040" y="2359152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2404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25968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Next.js 16 Route Handlers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21040" y="2980944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0266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 &amp; Security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32186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Supabase JWT (Bearer Token)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3602736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64845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3840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7 + PostgreSQL Pooler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21040" y="4224528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42702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Intelligence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462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PawDoctor 24/7 Clinical Triage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1040" y="4846320"/>
            <a:ext cx="2743200" cy="530352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48920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0" y="50840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Vercel Serverless + Netlify Edge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1440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2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 &amp;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Decoupled Three-Tier Full-Stack Infrastructure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1005840" cy="25603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739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TIER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Presentation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Vue 3 + Vite + TypeScript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Reactive UI state management via appStore.ts, optimistic tactile interactions, component modules, and typed API service clients.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CAPABILITIES: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Typed HTTP Client (apiClient.ts)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Optimistic UI state dispatch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Bearer Token session persistence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Vite Dev Proxy (/api -&gt; :3000)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737360"/>
            <a:ext cx="1005840" cy="256032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7739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TIER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Gateway &amp; Engine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Next.js 16 App Router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Serverless REST Route Handlers under /src/app/api with strict Zod schema validation, CORS headers, and standard JSON envelopes.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CAPABILITIES: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Zod schema payload validation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Standard { success, data, error } envelopes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Supabase Auth session verification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Bilingual AI Triage processing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1737360"/>
            <a:ext cx="1005840" cy="2560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17739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TIER 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838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Persistence &amp; Auth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8388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7 + PostgreSQL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8388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database hosted on Supabase with 18 synchronized data models, Transaction/Session poolers, and secure JWT auth engine.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8388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CAPABILITIES: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8388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18 relational schema models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18388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Supabase Transaction Pooler (Port 6543)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8388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Session Pooler for migrations (Port 5432)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8388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PostgreSQL Row Level Security (RLS)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3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&amp; IDENTITY LAYER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Multi-Role Authentication &amp; Supabase JWT Lifecycle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3-ROLE HIERARCHY &amp; PERMISSIONS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Pet Parent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Guardian Passports, Den Feed, Lost Pet Alerts, Vet Booking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297180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🛍️ Verified Pet Store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337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Boutique Catalog, Order Management, Gold Shield Badge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384048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🏥 Vet Clinic / Hospital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206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Telemedicine Slot Management, PawDoctor Triage Partner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4846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Token Protocol: Bearer JWT stored in localStorage and automatically forwarded via apiClient.ts Request Interceptors with 401 token refresh.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 REST HANDLERS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2103120"/>
            <a:ext cx="4663440" cy="109728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2128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22128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/api/auth/signup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25146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Registers in Supabase Auth &amp; creates linked PostgreSQL Owner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92240" y="3337560"/>
            <a:ext cx="4663440" cy="109728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4472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60920" y="34472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37490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Verifies credentials via Supabase with fallback role switch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4572000"/>
            <a:ext cx="4663440" cy="109728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6817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4681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49834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Validates Bearer token &amp; returns Owner with pet passports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4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ENGAGEMENT ENGINE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 Feed, Tactile Reactions &amp; 24h Stories API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6217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FEED &amp; MOMENTS CAPABILITIES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56692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Paginated Den Feed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4505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/api/posts supports category filtering, hashtag lookup, and cursor pagination.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2971800"/>
            <a:ext cx="56692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0632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Tactile Pet Reactions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3192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/api/posts/:id/react toggles Paw 🐾, Nuzzle 💜, Treat 🦴, Ball 🎾, and Purr 😻.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3840480"/>
            <a:ext cx="56692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9319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Pet Persona Comments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1879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/api/posts/:id/comments supports posting as either human parent or as the pet.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4709160"/>
            <a:ext cx="56692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8006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Snuggle Circles (24h Stories)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50566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/api/stories fetches ephemeral active video/photo segments created in last 24 hours.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0" y="1554480"/>
            <a:ext cx="4297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TACTILE PET REACTIONS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2103120"/>
            <a:ext cx="3749040" cy="65836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2212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🐾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92440" y="2194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Paw Print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92440" y="2423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appreciation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06640" y="2852928"/>
            <a:ext cx="3749040" cy="65836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29626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💜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92440" y="29443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92440" y="3172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affection &amp; snuggle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06640" y="3602736"/>
            <a:ext cx="3749040" cy="65836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371246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🦴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092440" y="369417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Tasty Treat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39227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 for good behaviour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06640" y="4352544"/>
            <a:ext cx="3749040" cy="65836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44622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🎾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092440" y="444398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Tennis Ball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92440" y="46725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Playful energy &amp; zoomies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06640" y="5102352"/>
            <a:ext cx="3749040" cy="65836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3800" y="5212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😻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092440" y="519379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Heart Purr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92440" y="54223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 vocalization love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5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RESCUE DISPATCH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5-Mile Radar Alert &amp; Volunteer Claim-and-Lock API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5-MILE GEOLOCATION RADAR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a pet is reported lost, the Radar Engine broadcasts a high-priority push notification to all pet parents, verified stores, and clinics within a 5.0-mile radius.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278892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8803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🚨 Emergency Bounding Box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Queries PostgreSQL with lat/long distance math to return local alerts only.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5840" y="384048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931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🔒 Claim-and-Lock Rescue Protocol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20624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/api/lost-found/:id/claim locks rescue case to 1 volunteer to prevent duplicate dispatches.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489204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9834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💰 Bounty &amp; Identification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52578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Displays microchip ID, collar tags, distinctive markings, and optional rescue rewards.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RADAR ALERT PAYLOAD SCHEMA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210312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/api/lost-found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"petName": "Archie",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"species": "Dog",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"breed": "Cocker Spaniel",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"lost",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"lastSeenAddress": "Gulshan-2 Circle, Dhaka",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"lastSeenLatitude": 23.7925,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"lastSeenLongitude": 90.4078,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"rewardAmount": "$250 Bounty",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"isUrgent": true,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"microchipId": "985-1410-0921-334"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Claim-and-Lock Response: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"success": true, "status": "claimed", "volunteerId": "usr_99" 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6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TELEMEDICINE &amp; CLINICAL CARE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Veterinary Directory &amp; Appointment Scheduling API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Verified Clinic Directory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/api/vet/directory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Returns accredited veterinary hospitals in Dhaka with ratings, distance radius, and emergency badges.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320040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42900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Dr. Sarah Al-Mansoor (Cascade 24/7)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" y="420624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Dr. Marcus Lee (Bay Area Exotic)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" y="498348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148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Dr. Priya Nair (Sunnyvale Wellness)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 Priority Placement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 Algorithm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4231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Subscribed partner clinics receive guaranteed #1 priority placement in PawAI triage suggestions.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20040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42900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Gold Clinic Shield Badge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420624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Instant Triage Log Handoff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498348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5148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0% Booking Commission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Slot Scheduling Engine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8388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/api/vet/appointments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83880" y="24231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Pet parents book physical or virtual consultations with real-time slot conflict prevention.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83880" y="320040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83880" y="342900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3593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Vaccination &amp; Checkups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3880" y="420624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Emergency Trauma Booking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83880" y="4983480"/>
            <a:ext cx="3017520" cy="6400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5148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Adoption Meet &amp; Greets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7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COMMERCE &amp; ADOPTION HUBS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Verified Pet Boutique &amp; Adoption Listings API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🛍️ VERIFIED PET MARKETPLACE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/api/marketplace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Filtered product catalog by Category (Food, Toys, Beds, Apparel, Health).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315468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2461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/api/marketplace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52044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Verified merchants list authentic products with stock counts, pricing &amp; images.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4206240"/>
            <a:ext cx="47548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2976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 Shield Verification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5720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Verified stores get official badge &amp; priority placement across marketplace feeds.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🏠 RESCUE &amp; ADOPTION NETWORK 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2103120"/>
            <a:ext cx="466344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1945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/api/adoption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46888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Lists shelter &amp; rescue pets with age, breed, gender, and temperament tags.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3154680"/>
            <a:ext cx="466344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2461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Vaccination &amp; Neutered Badges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352044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pet profile carries verified medical records and shelter background.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4206240"/>
            <a:ext cx="466344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2976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Meet &amp; Greet Scheduling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45720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 adoption inquiry flow syncing with veterinary calendar slots.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8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INTELLIGENCE SUITE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PawDoctor 24/7 Symptom Triage Engine API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TRIAGE CLASSIFICATION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937760" cy="10515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128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🚨 EMERGENCY (Critical)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48716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Toxins (chocolate, poison, grapes), uncontrolled bleeding, trauma. Triggers immediate 24/7 emergency clinic dispatch.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3291840"/>
            <a:ext cx="4937760" cy="10515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40156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⚠️ MODERATE (Clinical Attention)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67588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Limping, repeated vomiting, diarrhea, lethargy. Suggests withholding food for 4h and booking quick checkup.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4480560"/>
            <a:ext cx="4937760" cy="10515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590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🌿 LOW / WELLNESS (Guidance)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86460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Nutrition, dietary caloric calculation, coat health, preventive care tips in Bangla &amp; English.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502920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737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/api/pawai/triage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5120" y="205740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Request Body: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"petName": "Mochi",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"species": "Cat",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"symptoms": "cat ate lilies and is vomiting",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"isProSubscriber": true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Structured Response: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"urgency": "emergency",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"urgencyScore": 95,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"analysisEn": "Lilies are acutely nephrotoxic to felines. Emergency hospital care required.",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"analysisBn": "লিলি ফুল বিড়ালের জন্য অত্যন্ত বিষাক্ত। অবিলম্বে হাসপাতালে নিন।",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"suggestedClinics": [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"name": "Cascade 24/7 Hospital", "distance": "1.2 mi" }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9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INTEGRATION LAYER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Service Architecture &amp; Reactive State Synchronization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apiClient.ts (Core HTTP Client)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 fetch client supporting Bearer token headers, standard JSON unwrapping, timeout guards, and Vite proxy.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2606040"/>
            <a:ext cx="4937760" cy="86868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974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apiClient.get&lt;T&gt;(url, params)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apiClient.post&lt;T&gt;(url, body)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apiClient.setToken(jwt)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 Service Modules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Modular services encapsulating each business domain: authService, postService, petService, vetService, pawAiService.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55080" y="2606040"/>
            <a:ext cx="4937760" cy="86868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974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authService.login({ email, password })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postService.react(id, "nuzzle")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vetService.bookSlot(slotId)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appStore.ts Reactive Sync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Vue reactive store performs optimistic mutations immediately for zero-lag UI, then asynchronously syncs to backend API.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4846320"/>
            <a:ext cx="4937760" cy="86868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9377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post.likesCount++;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postService.react(id).catch(rollback);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Vite Dev Proxy Configuration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4206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vite.config.ts automatically proxies all /api requests to http://localhost:3000 for seamless local development with 0 CORS.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55080" y="4846320"/>
            <a:ext cx="4937760" cy="86868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9377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 {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proxy: { "/api": "http://localhost:3000" }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Engine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10 / 10 • Full-Stack REST API 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INFRASTRUCTURE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Deployment Topology &amp; Full-Stack Summary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API v2.0 • Abu Zafor, Nadim Rahman, Rizvi Sarker • Technopreneurship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CLOUD TOPOLOGY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74980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67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21945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Hosting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Vercel / Netlify (SPA Rewrites via vercel.json)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2971800"/>
            <a:ext cx="4754880" cy="74980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136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0632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API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Vercel Serverless Functions (Next.js 16)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3840480"/>
            <a:ext cx="4754880" cy="74980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39319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Cloud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4160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Supabase PostgreSQL (18 Models Synchronized)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5840" y="4709160"/>
            <a:ext cx="4754880" cy="74980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873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0200" y="4800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00200" y="5029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Supabase Auth (JWT Bearer Token Flow)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FULL-STACK REPOSITORIES &amp; METRICS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18+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62940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Route Handlers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86968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0684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00684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Models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9224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2940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Roles (Parent/Store/Vet)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86968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0684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00684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Type-Safe (TypeScript)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92240" y="4389120"/>
            <a:ext cx="4663440" cy="128016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5262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📦 GITHUB REPOSITORIES: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48006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Frontend: https://github.com/zafor2002/nuzzle-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Backend:  https://github.com/zafor2002/nuzzle-backend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Documentation: API_DOCUMENTATION.md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Nuzzle (Dhaka, Bangladesh)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Nuzzle — RESTful API Architecture &amp; Frontend-to-Backend Connection</dc:title>
  <dc:subject>Comprehensive Full-Stack REST API &amp; Data Flow Architecture (Technopreneurship 2026)</dc:subject>
  <dc:creator>Abu Zafor, Nadim Rahman, Rizvi Sarker</dc:creator>
  <cp:lastModifiedBy>Abu Zafor, Nadim Rahman, Rizvi Sarker</cp:lastModifiedBy>
  <cp:revision>1</cp:revision>
  <dcterms:created xsi:type="dcterms:W3CDTF">2026-09-04T05:02:45Z</dcterms:created>
  <dcterms:modified xsi:type="dcterms:W3CDTF">2026-09-04T05:02:45Z</dcterms:modified>
</cp:coreProperties>
</file>