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C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71600" y="822960"/>
            <a:ext cx="944849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5C8F2"/>
            </a:solidFill>
            <a:prstDash val="solid"/>
          </a:ln>
          <a:effectLst>
            <a:outerShdw sx="100000" sy="100000" kx="0" ky="0" algn="bl" rotWithShape="0" blurRad="2258060000" dist="645160000" dir="324000000000">
              <a:srgbClr val="947DEE">
                <a:alpha val="1500000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1645920" y="1143000"/>
            <a:ext cx="8899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SESSION-01: UI/UX PRESENTATION • 5-MINUTE PITCH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645920" y="1508760"/>
            <a:ext cx="889985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Nuzzle: The AI-Powered Pet Social Network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645920" y="2148840"/>
            <a:ext cx="88998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947DE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Built for Bangladesh • MVP Development &amp; Dhaka Launch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1828800" y="2651760"/>
            <a:ext cx="853409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"An AI-powered, pet-first mobile social ecosystem uniting Dhaka's pet parents through dedicated pet profiles, 24/7 AI health triage, visual lost-pet matching, and emergency street-rescue dispatch."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828800" y="4114800"/>
            <a:ext cx="8534095" cy="59436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D5C8F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011680" y="4251960"/>
            <a:ext cx="81683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👥 Project Team: Abu Zafor • Nadim Rahman • Rizvi Sarker    |    📍 Focus: Dhaka Launch (July 2026)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EDE7F6"/>
          </a:solidFill>
          <a:ln w="12700">
            <a:solidFill>
              <a:srgbClr val="D5C8F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0972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🐾 Nuzzle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0" y="1097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Slide 2 / 10 • UI/UX Pitch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31520" y="731520"/>
            <a:ext cx="107286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CONCEPT • THE STRATEGIC INSIGHT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731520" y="960120"/>
            <a:ext cx="107286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Nuzzle &amp; What Are We Solving?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20" y="6217920"/>
            <a:ext cx="10728655" cy="0"/>
          </a:xfrm>
          <a:prstGeom prst="line">
            <a:avLst/>
          </a:prstGeom>
          <a:noFill/>
          <a:ln w="12700">
            <a:solidFill>
              <a:srgbClr val="EAE2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63093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589B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Technopreneurship 2026 • Abu Zafor, Nadim Rahman, Rizvi Sarker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31520" y="1554480"/>
            <a:ext cx="518099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5C8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1737360"/>
            <a:ext cx="472379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🐾 What is Nuzzle?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2148840"/>
            <a:ext cx="472379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structural decision that defines the product: The pet holds the account, not the owner. An animal has its own profile with photo history, milestones, health logs, and personality-driven bio.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 top of this social foundation sit 3 AI systems: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Visual Lost-Pet Matching (embedding similarity)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24/7 Health Urgency Triage (Bangla/English)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Adoption Compatibility Matching &amp; Street Rescue Alerts.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78270" y="1554480"/>
            <a:ext cx="518099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5C8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1737360"/>
            <a:ext cx="472379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⚡ What Problem Are We Solving?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92240" y="2148840"/>
            <a:ext cx="472379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Bangladesh pet ownership surged +170% in 3 years (Tk 500 Cr cat food market), yet all interactions happen in unorganized Facebook groups: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Lost pets go unrecovered due to massive post volume.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First-time owners panic over basic symptoms.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Injured street animals have zero dispatch route.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Pet businesses have no targeted storefronts.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92240" y="4526280"/>
            <a:ext cx="4723790" cy="123444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D5C8F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29400" y="4645152"/>
            <a:ext cx="444947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Daily Social Layer ⇄ Episodic AI Utility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629400" y="4919472"/>
            <a:ext cx="444947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Social retention generates the local density &amp; training data that makes AI matching work in crises.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EDE7F6"/>
          </a:solidFill>
          <a:ln w="12700">
            <a:solidFill>
              <a:srgbClr val="D5C8F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0972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🐾 Nuzzle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0" y="1097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Slide 3 / 10 • UI/UX Pitch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31520" y="731520"/>
            <a:ext cx="107286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SECTION 2 • UI/UX PRINCIPLES &amp; INSIGHTS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731520" y="960120"/>
            <a:ext cx="107286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Key Learnings from the UI/UX Session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20" y="6217920"/>
            <a:ext cx="10728655" cy="0"/>
          </a:xfrm>
          <a:prstGeom prst="line">
            <a:avLst/>
          </a:prstGeom>
          <a:noFill/>
          <a:ln w="12700">
            <a:solidFill>
              <a:srgbClr val="EAE2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63093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589B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Technopreneurship 2026 • Abu Zafor, Nadim Rahman, Rizvi Sarker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31520" y="1554480"/>
            <a:ext cx="2510028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5C8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73736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🐾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68680" y="2240280"/>
            <a:ext cx="22357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Pet-As-Entity Architecture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68680" y="2743200"/>
            <a:ext cx="2235708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pet holds the account, milestones, and medical record—providing structured canonical data for downstream AI matching.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68680" y="5440680"/>
            <a:ext cx="2235708" cy="32004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5486400"/>
            <a:ext cx="22357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IA Strategy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0148" y="1554480"/>
            <a:ext cx="2510028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5C8F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07308" y="173736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💜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3607308" y="2240280"/>
            <a:ext cx="22357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Calm Lavender Ergonomics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607308" y="2743200"/>
            <a:ext cx="2235708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During lost-pet panic or symptoms, loud feeds heighten anxiety. Our soothing lavender palette fosters trust &amp; de-escalation.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607308" y="5440680"/>
            <a:ext cx="2235708" cy="32004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07308" y="5486400"/>
            <a:ext cx="22357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Emotional UX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208776" y="1554480"/>
            <a:ext cx="2510028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5C8F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45936" y="173736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345936" y="2240280"/>
            <a:ext cx="22357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Zero-Barrier Emergency UX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345936" y="2743200"/>
            <a:ext cx="2235708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Reporting an injured animal takes &lt;30s with zero mandatory login—eliminating friction at life-or-death moments.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345936" y="5440680"/>
            <a:ext cx="2235708" cy="32004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45936" y="5486400"/>
            <a:ext cx="22357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Frictionless Action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947404" y="1554480"/>
            <a:ext cx="2510028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5C8F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084564" y="173736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✨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9084564" y="2240280"/>
            <a:ext cx="22357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Tactile Pet Micro-Reactions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9084564" y="2743200"/>
            <a:ext cx="2235708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Facebook-style pet reaction dock: Paw Five 🐾, Nuzzle 💜, Treat 🦴, Fetch 🎾, and Purr 😻 for joyful community bond.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9084564" y="5440680"/>
            <a:ext cx="2235708" cy="32004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084564" y="5486400"/>
            <a:ext cx="22357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Micro-Interactions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EDE7F6"/>
          </a:solidFill>
          <a:ln w="12700">
            <a:solidFill>
              <a:srgbClr val="D5C8F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0972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🐾 Nuzzle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0" y="1097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Slide 4 / 10 • UI/UX Pitch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31520" y="731520"/>
            <a:ext cx="107286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SECTION 3 • MARKET REALITY &amp; PERSONAS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731520" y="960120"/>
            <a:ext cx="107286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Problem Statement &amp; Target Users in Bangladesh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20" y="6217920"/>
            <a:ext cx="10728655" cy="0"/>
          </a:xfrm>
          <a:prstGeom prst="line">
            <a:avLst/>
          </a:prstGeom>
          <a:noFill/>
          <a:ln w="12700">
            <a:solidFill>
              <a:srgbClr val="EAE2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63093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589B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Technopreneurship 2026 • Abu Zafor, Nadim Rahman, Rizvi Sarker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31520" y="1554480"/>
            <a:ext cx="518099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5C8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1737360"/>
            <a:ext cx="4723790" cy="86868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D5C8F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1828800"/>
            <a:ext cx="444947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+170% Pet Ownership Surge (3 Years)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97280" y="2148840"/>
            <a:ext cx="444947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~90% cats • Tk 500 Cr (US$43M) cat-food market • 4,000+ shops • 225+ clinics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960120" y="2788920"/>
            <a:ext cx="472379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Pain Points in Bangladesh: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960120" y="3154680"/>
            <a:ext cx="472379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Pets have zero persistent online identity on Facebook.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Lost-pet posts get buried rapidly without visual matching.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Symptom panic vs dangerous care delay for first-time owners.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Injured street strays have no geo-targeted route to rescue.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78270" y="1554480"/>
            <a:ext cx="518099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5C8F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1737360"/>
            <a:ext cx="472379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 Core Customer Segments (Dhaka Focus):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92240" y="2148840"/>
            <a:ext cx="4723790" cy="109728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29400" y="2240280"/>
            <a:ext cx="444947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Segment A (B2C): Pet Parents &amp; Adopters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629400" y="2532888"/>
            <a:ext cx="444947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Dhaka pet owners (Dhanmondi, Gulshan, Uttara) needing daily social community, digital passports, and 24/7 AI health support.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492240" y="3383280"/>
            <a:ext cx="4723790" cy="109728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29400" y="3474720"/>
            <a:ext cx="444947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Segment B (B2B): Pet Shops, Groomers &amp; Clinics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629400" y="3767328"/>
            <a:ext cx="444947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4,225+ shops nationwide with zero pet-tailored digital discovery. Monetized via Tk 500/month verified subscriptions.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492240" y="4617720"/>
            <a:ext cx="4723790" cy="109728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29400" y="4709160"/>
            <a:ext cx="444947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Segment C (Welfare): Rescue Volunteers &amp; Shelters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629400" y="5001768"/>
            <a:ext cx="444947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Active Dhaka street-animal rescue network utilizing geo-fenced claim-and-lock dispatch free of charge.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EDE7F6"/>
          </a:solidFill>
          <a:ln w="12700">
            <a:solidFill>
              <a:srgbClr val="D5C8F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0972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🐾 Nuzzle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0" y="1097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Slide 5 / 10 • UI/UX Pitch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31520" y="731520"/>
            <a:ext cx="107286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SECTION 4 • USER FLOWS &amp; SYSTEM DESIGN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731520" y="960120"/>
            <a:ext cx="107286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Design Process &amp; Architectural Decisions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20" y="6217920"/>
            <a:ext cx="10728655" cy="0"/>
          </a:xfrm>
          <a:prstGeom prst="line">
            <a:avLst/>
          </a:prstGeom>
          <a:noFill/>
          <a:ln w="12700">
            <a:solidFill>
              <a:srgbClr val="EAE2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63093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589B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Technopreneurship 2026 • Abu Zafor, Nadim Rahman, Rizvi Sarker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31520" y="1554480"/>
            <a:ext cx="3362249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5C8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173736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📍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914400" y="2331720"/>
            <a:ext cx="2996489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Locality-First Feed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14400" y="2834640"/>
            <a:ext cx="2996489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Ranked strictly by recency and neighborhood proximity rather than dopamine engagement algorithms. Builds local density so lost pets are recognized immediately by neighbors.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14400" y="5440680"/>
            <a:ext cx="2996489" cy="32004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5486400"/>
            <a:ext cx="2996489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PostGIS Geo-Radius Queries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413809" y="1554480"/>
            <a:ext cx="3362249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5C8F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96689" y="173736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🩺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596689" y="2331720"/>
            <a:ext cx="2996489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3-Tier Health Triage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596689" y="2834640"/>
            <a:ext cx="2996489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Symptoms described in Bangla or English. Classifies into: (1) Monitor at home, (2) See vet in 24-48h, or (3) Emergency Care Now. Escalation-biased for veterinary safety.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96689" y="5440680"/>
            <a:ext cx="2996489" cy="32004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96689" y="5486400"/>
            <a:ext cx="2996489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Licensed Vet-Signed Taxonomy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096098" y="1554480"/>
            <a:ext cx="3362249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5C8F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78978" y="173736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🚨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8278978" y="2331720"/>
            <a:ext cx="2996489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Claim-and-Lock Rescue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278978" y="2834640"/>
            <a:ext cx="2996489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Geo-fenced alert broadcast to nearest registered NGO volunteers. First responder claims and locks report, preventing wasted trips and showing live arrival status.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278978" y="5440680"/>
            <a:ext cx="2996489" cy="32004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78978" y="5486400"/>
            <a:ext cx="2996489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Progressive Radius Dispatch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EDE7F6"/>
          </a:solidFill>
          <a:ln w="12700">
            <a:solidFill>
              <a:srgbClr val="D5C8F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0972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🐾 Nuzzle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0" y="1097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Slide 6 / 10 • UI/UX Pitch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31520" y="731520"/>
            <a:ext cx="107286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UI DEEP DIVE • FEED &amp; MICRO-INTERACTIONS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731520" y="960120"/>
            <a:ext cx="107286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Den Feed &amp; Facebook-Style Pet Reaction Dock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20" y="6217920"/>
            <a:ext cx="10728655" cy="0"/>
          </a:xfrm>
          <a:prstGeom prst="line">
            <a:avLst/>
          </a:prstGeom>
          <a:noFill/>
          <a:ln w="12700">
            <a:solidFill>
              <a:srgbClr val="EAE2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63093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589B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Technopreneurship 2026 • Abu Zafor, Nadim Rahman, Rizvi Sarker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31520" y="1554480"/>
            <a:ext cx="518099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5C8F2"/>
            </a:solidFill>
            <a:prstDash val="solid"/>
          </a:ln>
        </p:spPr>
      </p:sp>
      <p:pic>
        <p:nvPicPr>
          <p:cNvPr id="10" name="Image 0" descr="E:\nuzzle project\forntenduse vue js\presentation_screenshots\01_home_fe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691640"/>
            <a:ext cx="4723790" cy="41148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6278270" y="1554480"/>
            <a:ext cx="518099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5C8F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92240" y="1737360"/>
            <a:ext cx="472379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✨ Key UI Components &amp; Interactions: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492240" y="2148840"/>
            <a:ext cx="4723790" cy="86868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629400" y="2221992"/>
            <a:ext cx="444947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Facebook-Style Pet Reaction Dock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629400" y="2478024"/>
            <a:ext cx="444947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Hover/click opens floating frosted dock with 1.4x zoom: 🐾 Paw Five, 💜 Nuzzle, 🦴 Treat, 🎾 Fetch, 😻 Purr.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492240" y="3108960"/>
            <a:ext cx="4723790" cy="86868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629400" y="3182112"/>
            <a:ext cx="444947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Pet Mood &amp; Soundbite Bar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6629400" y="3438144"/>
            <a:ext cx="444947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Pills displaying active pet moods (🐾 Zoomies) and audio waveform barks (🎵 Excited Panting &amp; Tail Wag).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6492240" y="4069080"/>
            <a:ext cx="4723790" cy="86868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629400" y="4142232"/>
            <a:ext cx="444947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Pet Thought Dialogue Bubbles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6629400" y="4398264"/>
            <a:ext cx="444947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First-person pet monologues: 💭 "I am the Supreme Branch Master. This stick belongs in the Smithsonian."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492240" y="5029200"/>
            <a:ext cx="4723790" cy="86868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629400" y="5102352"/>
            <a:ext cx="444947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Organic Media Container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6629400" y="5358384"/>
            <a:ext cx="444947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22px asymmetric squircle corners with floating location capsules and double-tap celebration bursts.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EDE7F6"/>
          </a:solidFill>
          <a:ln w="12700">
            <a:solidFill>
              <a:srgbClr val="D5C8F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0972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🐾 Nuzzle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0" y="1097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Slide 7 / 10 • UI/UX Pitch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31520" y="731520"/>
            <a:ext cx="107286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UI DEEP DIVE • AI VISION &amp; TRIAGE SUITE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731520" y="960120"/>
            <a:ext cx="107286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PawAI Intelligence Suite &amp; 24/7 Triage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20" y="6217920"/>
            <a:ext cx="10728655" cy="0"/>
          </a:xfrm>
          <a:prstGeom prst="line">
            <a:avLst/>
          </a:prstGeom>
          <a:noFill/>
          <a:ln w="12700">
            <a:solidFill>
              <a:srgbClr val="EAE2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63093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589B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Technopreneurship 2026 • Abu Zafor, Nadim Rahman, Rizvi Sarker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31520" y="1554480"/>
            <a:ext cx="3362249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5C8F2"/>
            </a:solidFill>
            <a:prstDash val="solid"/>
          </a:ln>
        </p:spPr>
      </p:sp>
      <p:pic>
        <p:nvPicPr>
          <p:cNvPr id="10" name="Image 0" descr="E:\nuzzle project\forntenduse vue js\presentation_screenshots\03_pawai_scan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691640"/>
            <a:ext cx="3087929" cy="19202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68680" y="3703320"/>
            <a:ext cx="308792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📸 PetScan AI Vision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68680" y="4069080"/>
            <a:ext cx="3087929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Computer vision biometric scanning for breed purity (98.4%), body condition score, coat sheen, and facial emotion.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413809" y="1554480"/>
            <a:ext cx="3362249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5C8F2"/>
            </a:solidFill>
            <a:prstDash val="solid"/>
          </a:ln>
        </p:spPr>
      </p:sp>
      <p:pic>
        <p:nvPicPr>
          <p:cNvPr id="14" name="Image 1" descr="E:\nuzzle project\forntenduse vue js\presentation_screenshots\04_pawai_tria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0969" y="1691640"/>
            <a:ext cx="3087929" cy="192024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550969" y="3703320"/>
            <a:ext cx="308792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🩺 24/7 Symptom Triage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4550969" y="4069080"/>
            <a:ext cx="3087929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Bangla &amp; English natural language health triage classifying into Low, Moderate, or Critical urgency with emergency vet routing.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8096098" y="1554480"/>
            <a:ext cx="3362249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5C8F2"/>
            </a:solidFill>
            <a:prstDash val="solid"/>
          </a:ln>
        </p:spPr>
      </p:sp>
      <p:pic>
        <p:nvPicPr>
          <p:cNvPr id="18" name="Image 2" descr="E:\nuzzle project\forntenduse vue js\presentation_screenshots\05_pawai_translat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3258" y="1691640"/>
            <a:ext cx="3087929" cy="19202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233258" y="3703320"/>
            <a:ext cx="308792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🎙️ Audio Voice Translator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8233258" y="4069080"/>
            <a:ext cx="3087929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Captures bark and meow audio waveforms to translate pet vocalizations into humorous first-person thoughts.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EDE7F6"/>
          </a:solidFill>
          <a:ln w="12700">
            <a:solidFill>
              <a:srgbClr val="D5C8F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0972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🐾 Nuzzle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0" y="1097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Slide 8 / 10 • UI/UX Pitch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31520" y="731520"/>
            <a:ext cx="107286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UI DEEP DIVE • SAFETY, STORIES &amp; PASSPORT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731520" y="960120"/>
            <a:ext cx="107286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Safety Radar, Snuggle Circles &amp; Pet Passport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20" y="6217920"/>
            <a:ext cx="10728655" cy="0"/>
          </a:xfrm>
          <a:prstGeom prst="line">
            <a:avLst/>
          </a:prstGeom>
          <a:noFill/>
          <a:ln w="12700">
            <a:solidFill>
              <a:srgbClr val="EAE2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63093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589B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Technopreneurship 2026 • Abu Zafor, Nadim Rahman, Rizvi Sarker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31520" y="1554480"/>
            <a:ext cx="3362249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5C8F2"/>
            </a:solidFill>
            <a:prstDash val="solid"/>
          </a:ln>
        </p:spPr>
      </p:sp>
      <p:pic>
        <p:nvPicPr>
          <p:cNvPr id="10" name="Image 0" descr="E:\nuzzle project\forntenduse vue js\presentation_screenshots\09_lost_and_fou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691640"/>
            <a:ext cx="3087929" cy="19202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68680" y="3703320"/>
            <a:ext cx="308792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🚨 5-Mile Emergency Radar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68680" y="4069080"/>
            <a:ext cx="3087929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Visual embedding photo comparison and &lt;30-second zero-barrier injured animal report dispatch with claim-and-lock.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413809" y="1554480"/>
            <a:ext cx="3362249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5C8F2"/>
            </a:solidFill>
            <a:prstDash val="solid"/>
          </a:ln>
        </p:spPr>
      </p:sp>
      <p:pic>
        <p:nvPicPr>
          <p:cNvPr id="14" name="Image 1" descr="E:\nuzzle project\forntenduse vue js\presentation_screenshots\02_story_view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0969" y="1691640"/>
            <a:ext cx="3087929" cy="192024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550969" y="3703320"/>
            <a:ext cx="308792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✨ Snuggle Circles Stories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4550969" y="4069080"/>
            <a:ext cx="3087929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Squircle daily story carousel with live pet activity tags (☁️ Zoomies, 🎶 Singing) and glowing lavender borders.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8096098" y="1554480"/>
            <a:ext cx="3362249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5C8F2"/>
            </a:solidFill>
            <a:prstDash val="solid"/>
          </a:ln>
        </p:spPr>
      </p:sp>
      <p:pic>
        <p:nvPicPr>
          <p:cNvPr id="18" name="Image 2" descr="E:\nuzzle project\forntenduse vue js\presentation_screenshots\14_pet_persona_profi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3258" y="1691640"/>
            <a:ext cx="3087929" cy="19202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233258" y="3703320"/>
            <a:ext cx="308792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🐾 Pet Passport &amp; Switching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8233258" y="4069080"/>
            <a:ext cx="3087929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Floating Island Navigation capsule bar, on-the-fly pet perspective switcher, and complete digital health passports.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EDE7F6"/>
          </a:solidFill>
          <a:ln w="12700">
            <a:solidFill>
              <a:srgbClr val="D5C8F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0972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🐾 Nuzzle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0" y="1097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Slide 9 / 10 • UI/UX Pitch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31520" y="731520"/>
            <a:ext cx="107286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DESIGN SYSTEM • TOKENS &amp; AESTHETICS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731520" y="960120"/>
            <a:ext cx="107286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Lavender &amp; White Textured Design Tokens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20" y="6217920"/>
            <a:ext cx="10728655" cy="0"/>
          </a:xfrm>
          <a:prstGeom prst="line">
            <a:avLst/>
          </a:prstGeom>
          <a:noFill/>
          <a:ln w="12700">
            <a:solidFill>
              <a:srgbClr val="EAE2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63093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589B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Technopreneurship 2026 • Abu Zafor, Nadim Rahman, Rizvi Sarker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31520" y="1554480"/>
            <a:ext cx="518099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5C8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1737360"/>
            <a:ext cx="472379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🎨 Curated Design Tokens: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960120" y="2148840"/>
            <a:ext cx="472379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Primary Lavender (#947DEE): Evokes care, calm, and clinical trust.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Deep Violet (#7C3AED): High-contrast accent for interactive states.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Pearl White (#FCFAFF): Textured background reducing glare.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Deep Plum Ink (#261E38): WCAG AAA compliant text contrast.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Frosted Glassmorphism: backdrop-filter: blur(24px) with multi-layer shadows.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Typography: Plus Jakarta Sans (body) &amp; Outfit (display branding).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78270" y="1554480"/>
            <a:ext cx="518099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5C8F2"/>
            </a:solidFill>
            <a:prstDash val="solid"/>
          </a:ln>
        </p:spPr>
      </p:sp>
      <p:pic>
        <p:nvPicPr>
          <p:cNvPr id="13" name="Image 0" descr="E:\nuzzle project\forntenduse vue js\presentation_screenshots\17_dark_theme_m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691640"/>
            <a:ext cx="4723790" cy="320040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6492240" y="5029200"/>
            <a:ext cx="472379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🌙 Dual Light &amp; Dark Theme Accessibility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492240" y="5349240"/>
            <a:ext cx="472379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Seamless toggle preserving high-contrast legibility across bright daylight and night.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EDE7F6"/>
          </a:solidFill>
          <a:ln w="12700">
            <a:solidFill>
              <a:srgbClr val="D5C8F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0972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🐾 Nuzzle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0" y="1097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Slide 10 / 10 • UI/UX Pitch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31520" y="731520"/>
            <a:ext cx="107286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SECTION 6 • LEARNINGS, ROADMAP &amp; CONCLUSION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731520" y="960120"/>
            <a:ext cx="107286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Conclusion &amp; Six-Month Dhaka Launch Roadmap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20" y="6217920"/>
            <a:ext cx="10728655" cy="0"/>
          </a:xfrm>
          <a:prstGeom prst="line">
            <a:avLst/>
          </a:prstGeom>
          <a:noFill/>
          <a:ln w="12700">
            <a:solidFill>
              <a:srgbClr val="EAE2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63093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589B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Technopreneurship 2026 • Abu Zafor, Nadim Rahman, Rizvi Sarker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31520" y="1554480"/>
            <a:ext cx="518099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5C8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1737360"/>
            <a:ext cx="472379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🚀 6-Month Roadmap &amp; Gate Criteria (Dhaka):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60120" y="2148840"/>
            <a:ext cx="472379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Months 1–2 (Foundation): Pet profiles, follow graph, locality feed, UX complete.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Month 3 (Lost-Pet AI): Precision@5 ≥ 60% with visual embedding similarity.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Month 4 (Triage &amp; Rescue): Vet sign-off, &lt;5% under-triage rate, 20+ responders.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Month 5 (Adoption AI): Compatibility scoring, 50 verified shops, 10 shelters.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Month 6 (Public Launch): 10,000 users, 12,000 pet profiles in Dhaka.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78270" y="1554480"/>
            <a:ext cx="5180990" cy="4389120"/>
          </a:xfrm>
          <a:prstGeom prst="roundRect">
            <a:avLst/>
          </a:prstGeom>
          <a:solidFill>
            <a:srgbClr val="F6F2FB"/>
          </a:solidFill>
          <a:ln w="15240">
            <a:solidFill>
              <a:srgbClr val="D5C8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1737360"/>
            <a:ext cx="472379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💡 Key Prototype Learnings: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92240" y="2103120"/>
            <a:ext cx="472379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social layer earns daily attention and generates continuous multi-photo training data; the AI features provide indispensable crisis support.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Neither half functions without the other, and building them together creates a compounding network moat.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92240" y="4069080"/>
            <a:ext cx="4723790" cy="16916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5C8F2"/>
            </a:solidFill>
            <a:prstDash val="solid"/>
          </a:ln>
          <a:effectLst>
            <a:outerShdw sx="100000" sy="100000" kx="0" ky="0" algn="bl" rotWithShape="0" blurRad="1612900000" dist="483870000" dir="324000000000">
              <a:srgbClr val="947DEE">
                <a:alpha val="150000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675120" y="4251960"/>
            <a:ext cx="435803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🐾 CLOSING REMARK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675120" y="4572000"/>
            <a:ext cx="435803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"Pets are family. Nuzzle gives them the dedicated, intelligent, and compassionate platform they deserve."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Nuzzle (Dhaka, Bangladesh)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Nuzzle — The Social Network for Pets (AI-Powered, Built for Bangladesh)</dc:title>
  <dc:subject>Comprehensive UI/UX Pitch &amp; Prototype Presentation (Gigalogy Technopreneurship 2026)</dc:subject>
  <dc:creator>Abu Zafor, Nadim Rahman, Rizvi Sarker</dc:creator>
  <cp:lastModifiedBy>Abu Zafor, Nadim Rahman, Rizvi Sarker</cp:lastModifiedBy>
  <cp:revision>1</cp:revision>
  <dcterms:created xsi:type="dcterms:W3CDTF">2026-09-02T09:04:30Z</dcterms:created>
  <dcterms:modified xsi:type="dcterms:W3CDTF">2026-09-02T09:04:30Z</dcterms:modified>
</cp:coreProperties>
</file>