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05840"/>
            <a:ext cx="438912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515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ROUND 2: BACKEND &amp; API INTEGRATION (WEEKS 3–4)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</a:t>
            </a:r>
            <a:endParaRPr lang="en-US" sz="27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Connecting Frontend to Backend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Nuzzle Full-Stack Engine: Decoupled Vue.js Client connected to a production RESTful API Engine, Prisma 7 ORM, and Supabase PostgreSQL with Google OAuth 2.0 and real-time state synchronization.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4892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RESTful Principles &amp; Schema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402336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9184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Integration Demo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4892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Vue.js to REST Endpoints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402336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3212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Lessons Learned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4892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Poolers, OAuth &amp; Fresh Release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1005840"/>
            <a:ext cx="3291840" cy="4754880"/>
          </a:xfrm>
          <a:prstGeom prst="roundRect">
            <a:avLst/>
          </a:prstGeom>
          <a:solidFill>
            <a:srgbClr val="161726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5-MINUTE PRESENTATION AGENDA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21040" y="1645920"/>
            <a:ext cx="2743200" cy="658368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175564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0" y="17190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Architecture Overview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0" y="19933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Allocated Time: 1:15 min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321040" y="2423160"/>
            <a:ext cx="2743200" cy="658368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253288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69680" y="2496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Relational Schema &amp; Supabase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869680" y="277063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Allocated Time: 0:45 min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321040" y="3200400"/>
            <a:ext cx="2743200" cy="658368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33101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69680" y="3273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Integration &amp; Vue.js Demo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69680" y="35478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Allocated Time: 1:30 min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321040" y="3977640"/>
            <a:ext cx="2743200" cy="658368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58200" y="408736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0" y="40507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OAuth &amp; Auth Gate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869680" y="432511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Allocated Time: 0:45 min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321040" y="4754880"/>
            <a:ext cx="2743200" cy="658368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5820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869680" y="4828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Lessons Learned &amp; Fresh Release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869680" y="51023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Allocated Time: 0:45 min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1440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Technopreneurship 2026 • Abu Zafor, Nadim Rahman, Rizvi Sarker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2 / 11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 PRESENTATION ROADMAP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Core Deliverables: Architecture, Integration &amp; Lessons Learned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737360"/>
            <a:ext cx="128016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7393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 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Architecture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23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Minutes 0:00 – 1:45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Deep-dive into RESTful principles, decoupled serverless architecture, 18 relational schema models, connection pooling, and multi-role authentication.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" y="352044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6576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FOCUS AREAS: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012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REST constraints: Stateless, Resource-based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4370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Standard JSON response envelopes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4809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18 synchronized Prisma/PostgreSQL models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52486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Supabase Auth &amp; Google OAuth 2.0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737360"/>
            <a:ext cx="128016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77393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 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Integration Demo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2423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Minutes 1:45 – 3:30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demonstration of connecting the Vue.js frontend to REST endpoints using a typed HTTP client layer, optimistic UI updates, and error boundaries.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352044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6576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FOCUS AREAS: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Decoupled apiClient.ts &amp; service layer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4370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Den Feed &amp; 5 Tactile Pet Reactions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4809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5-Mile Emergency Radar &amp; Volunteer Claim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52486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PawDoctor AI 24/7 Clinical Triage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5528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1737360"/>
            <a:ext cx="128016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83880" y="177393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 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18388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Lessons &amp; Improvements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83880" y="2423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Minutes 3:30 – 5:00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183880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Critical architectural hurdles overcome, database connection pool tuning, OAuth redirect resolution, and fresh production release engineering.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83880" y="352044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83880" y="36576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FOCUS AREAS: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18388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Database connection pool starvation resolved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83880" y="4370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Handling OAuth redirect loops &amp; port mapping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183880" y="4809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Fresh account lifecycle &amp; data isolation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83880" y="52486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Production Vercel deployment &amp; CI/CD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3 / 11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1 • BACKEND ARCHITECTURE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RESTful API Principles &amp; Decoupled Gateway Architecture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RESTful PRINCIPLES ADHERED 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47548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1945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Stateless Communication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245059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HTTP request contains complete context via Authorization: Bearer &lt;JWT&gt; headers. No server-side session locks.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2971800"/>
            <a:ext cx="47548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06324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Resource-Oriented URI Design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3000" y="33192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Predictable plural noun paths (/api/posts, /api/pets, /api/vet/appointments, /api/lost-found) matching business domains.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3840480"/>
            <a:ext cx="47548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9319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Uniform HTTP Verbs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41879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 for reads, POST for creation, PATCH/PUT for mutations, and DELETE for removals with standard status codes.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5840" y="4709160"/>
            <a:ext cx="47548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80060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Consistent Response Envelopes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" y="505663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endpoints wrap responses in { success: boolean, data?: T, error?: string, message?: string } for seamless client parsing.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REQUEST-RESPONSE LIFECYCLE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0" y="210312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Vue.js Client Request (apiClient.ts)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/api/posts?category=barks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Headers: { 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"Authorization": "Bearer eyJhbGciOi...", 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"Content-Type": "application/json" 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Gateway Router &amp; JWT Validation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RouteHandler: validateSession(token) -&gt; userId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PostgreSQL Query via Prisma 7 Engine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prisma.post.findMany({ where: { category: "barks" } })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Uniform JSON Envelope Response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"success": true,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[ ...posts ],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"meta": { "count": 18, "page": 1 }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4 / 11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1 • BACKEND REST API ARCHITECTURE BLUEPRINT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Full-Stack 6-Layer Architecture, Security Gateway &amp; Cloud Infrastructure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81328"/>
            <a:ext cx="7863840" cy="4617720"/>
          </a:xfrm>
          <a:prstGeom prst="roundRect">
            <a:avLst/>
          </a:prstGeom>
          <a:solidFill>
            <a:srgbClr val="161726"/>
          </a:solidFill>
          <a:ln w="19050">
            <a:solidFill>
              <a:srgbClr val="6366F1"/>
            </a:solidFill>
            <a:prstDash val="solid"/>
          </a:ln>
        </p:spPr>
      </p:sp>
      <p:pic>
        <p:nvPicPr>
          <p:cNvPr id="10" name="Image 0" descr="E:\nuzzle project\nuzzle_backend_architecture_16x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7680960" cy="42885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778240" y="1481328"/>
            <a:ext cx="2681935" cy="4617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0" y="16642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6-LAYER ARCHITECTURE BREAKDOWN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613648" y="1965960"/>
            <a:ext cx="2688336" cy="548640"/>
          </a:xfrm>
          <a:prstGeom prst="roundRect">
            <a:avLst/>
          </a:prstGeom>
          <a:solidFill>
            <a:srgbClr val="F6F2FB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05088" y="2020824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1: Ingress &amp; Client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705088" y="2221992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Vue 3 SPA routing via Vercel Edge Proxy Network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8613648" y="2587752"/>
            <a:ext cx="2688336" cy="548640"/>
          </a:xfrm>
          <a:prstGeom prst="roundRect">
            <a:avLst/>
          </a:prstGeom>
          <a:solidFill>
            <a:srgbClr val="F6F2FB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05088" y="2642616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2: Security Gateway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705088" y="2843784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Rate Limiting (120/m), CORS, JWT Auth &amp; RBAC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8613648" y="3209544"/>
            <a:ext cx="2688336" cy="548640"/>
          </a:xfrm>
          <a:prstGeom prst="roundRect">
            <a:avLst/>
          </a:prstGeom>
          <a:solidFill>
            <a:srgbClr val="F6F2FB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05088" y="3264408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3: REST Engine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705088" y="346557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Route Handlers, Global Handler &amp; Swagger UI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8613648" y="3831336"/>
            <a:ext cx="2688336" cy="548640"/>
          </a:xfrm>
          <a:prstGeom prst="roundRect">
            <a:avLst/>
          </a:prstGeom>
          <a:solidFill>
            <a:srgbClr val="F6F2FB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05088" y="3886200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4: Data Access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705088" y="408736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Prisma 7 ORM + PgBouncer Pooler (Port 6543)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8613648" y="4453128"/>
            <a:ext cx="2688336" cy="548640"/>
          </a:xfrm>
          <a:prstGeom prst="roundRect">
            <a:avLst/>
          </a:prstGeom>
          <a:solidFill>
            <a:srgbClr val="F6F2FB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705088" y="450799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5: Supabase Cloud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705088" y="4709160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 + PostGIS Radar, OAuth &amp; S3 Storage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8613648" y="5074920"/>
            <a:ext cx="2688336" cy="548640"/>
          </a:xfrm>
          <a:prstGeom prst="roundRect">
            <a:avLst/>
          </a:prstGeom>
          <a:solidFill>
            <a:srgbClr val="F6F2FB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705088" y="5129784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6: Reliability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705088" y="5330952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 Logging, X-Response-Time &amp; /api/health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5 / 11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1 • DATABASE SCHEMA &amp; PERSISTENCE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Relational Models on Supabase Cloud PostgreSQL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37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Identity &amp; Social Core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Models: Owner, Pet, Post, Comment, Like, Follow, Hashtag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Multi-pet personas per owner, 5 tactile pet reactions, threaded comments, and follower graph with bi-directional relations.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55448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737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Emergency &amp; Clinical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2057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Models: LostFoundPost, Vet, Appointment, HealthLog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423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Geolocation coordinates, volunteer claim-and-lock rescue state, clinic accreditation, and vaccination health logs.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55280" y="155448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1737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Commerce &amp; Multimedia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183880" y="2057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Models: MarketplaceListing, AdoptionListing, Story, Reel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83880" y="2423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Gold-shield verified boutiques, rescue animal profiles, 24h ephemeral story reels, and multimedia assets.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3931920"/>
            <a:ext cx="107286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114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DUAL CONNECTION POOLING ARCHITECTURE (SUPABASE POSTGRESQL)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05840" y="4480560"/>
            <a:ext cx="5029200" cy="12344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45902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 Pooler (Port 6543) • Runtime API Traffic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48920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DATABASE_URL connected via PgBouncer. Allows thousands of concurrent serverless API requests without exhausting PostgreSQL connection limits.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4480560"/>
            <a:ext cx="5029200" cy="12344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5902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Pooler (Port 5432) • Schema Migrations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8920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DIRECT_URL with direct TCP socket. Dedicated exclusively for running prisma db push and schema migrations that require full DDL session locks.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6 / 11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1 • SECURITY &amp; AUTHENTICATION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Multi-Role Authorization &amp; Google OAuth 2.0 Integration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ROLE-BASED ACCESS CONTROL (RBAC)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4754880" cy="8229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21284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Pet Guardian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248716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register pets, log health records, post moments, and broadcast 5-mile emergency radar alerts.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063240"/>
            <a:ext cx="4754880" cy="8229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1729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🛍️ Verified Pet Store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3000" y="34472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Authorized to list inventory, manage boutique stock, and display Gold Shield verified store badges.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4023360"/>
            <a:ext cx="4754880" cy="8229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13308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🏥 Licensed Vet Clinic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44074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Maintains telemedicine consultation slots, verified credentials, and receives PawDoctor emergency referrals.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51206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Authorization Header: Bearer &lt;Supabase_JWT&gt; validated on all protected routes with automatic 401 unauthorized rejection.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OAUTH 2.0 PROTOCOL &amp; FLOW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2148840"/>
            <a:ext cx="4663440" cy="77724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2402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Frontend Trigger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9400" y="247802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clicks "Continue with Google" -&gt; calls signInWithOAuth({ provider: "google" })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92240" y="3017520"/>
            <a:ext cx="4663440" cy="77724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31089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Google Consent Screen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29400" y="334670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Redirects to Google Accounts; user authorizes profile &amp; email credentials.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3886200"/>
            <a:ext cx="4663440" cy="77724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977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Supabase Callback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29400" y="421538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 callback URI validates credentials &amp; mints live JWT access token.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92240" y="4754880"/>
            <a:ext cx="4663440" cy="77724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4846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Session Capture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29400" y="50840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initSupabaseAuthListener() captures token, sets user avatar, and unlocks feed.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7 / 11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2 • API INTEGRATION DEMO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Connecting the Vue.js Frontend to REST APIs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apiClient.ts (Core HTTP Wrapper)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19659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Centralized fetch wrapper handling base URLs, auto-attaching Bearer tokens from localStorage, unwrapping { success, data } envelopes, and uniform error logging.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651760"/>
            <a:ext cx="4937760" cy="82296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72491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 = await apiClient.post&lt;T&gt;("/posts", payload);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(!res.success) throw new Error(res.error);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Domain-Driven Services Layer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5080" y="19659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Individual domain services (authService, postService, vetService, lostFoundService, pawAiService) that translate UI actions into REST endpoints.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2651760"/>
            <a:ext cx="4937760" cy="82296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72491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postService =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react: (id, type) =&gt; apiClient.post(`/posts/${id}/react`, { type })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31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Vite Development Proxy (Zero-CORS)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4206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Configured in vite.config.ts to proxy /api requests to http://localhost:3000 during local development, completely eliminating browser CORS blocks.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4892040"/>
            <a:ext cx="4937760" cy="82296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96519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server: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proxy: { "/api": "http://localhost:3000" }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37947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931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Cloud Integration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55080" y="4206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production, Vercel environment variables inject VITE_API_BASE_URL pointing to the deployed backend serverless functions with standard CORS headers.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4892040"/>
            <a:ext cx="4937760" cy="82296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96519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VITE_API_BASE_URL = "https://nuzzle-backend.vercel.app/api"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8 / 11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2 • API INTEGRATION DEMO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REST Endpoint Demonstrations &amp; UI Workflows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91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 Feed &amp; Tactile Reactions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/api/posts/:id/react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06240" y="1965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 OK • Latency: 42ms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0120" y="22402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Pet parents react with 5 tactile pet reactions (🐾 Paw, 💜 Nuzzle, 🦴 Treat, 🎾 Ball, 😻 Purr). Optimistically updates reaction counts in Vue.js appStore.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0120" y="3108960"/>
            <a:ext cx="4846320" cy="384048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18211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Integration Verified: Live HTTP communication tested &amp; confirmed.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691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5-Mile Emergency Radar &amp; Claim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1965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/api/lost-found/:id/claim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46920" y="1965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 OK • Latency: 58ms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0" y="22402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Emergency lost pet alerts broadcast within a 5.0-mile radius. Volunteers claim-and-lock rescue cases to prevent duplicated rescue attempts.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3108960"/>
            <a:ext cx="4846320" cy="384048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18211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Integration Verified: Live HTTP communication tested &amp; confirmed.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37947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931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PawDoctor 24/7 AI Clinical Triage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206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/api/pawai/triage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06240" y="4206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 OK • Latency: 110ms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60120" y="44805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 symptom triage classifying urgency into Emergency, Moderate, and Low with bilingual (Bangla &amp; English) recommendations.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0120" y="5349240"/>
            <a:ext cx="4846320" cy="384048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542239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Integration Verified: Live HTTP communication tested &amp; confirmed.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37947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931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Vet Telemedicine Slot Booking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4206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/api/vet/appointments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46920" y="4206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 Created • Latency: 65ms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0" y="44805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calendar scheduling preventing double-booking across accredited clinics (Cascade 24/7, Bay Area Exotic, Sunnyvale Wellness).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0" y="5349240"/>
            <a:ext cx="4846320" cy="384048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542239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Integration Verified: Live HTTP communication tested &amp; confirmed.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9 / 11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2 • DATA SYNCHRONIZATION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Optimistic UI Updates &amp; Error Rollback Mechanisms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OPTIMISTIC UI PATTERN IN NUZZLE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social applications, waiting 100-300ms for network round-trips ruins tactile interaction. Nuzzle utilizes optimistic mutations: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05840" y="2697480"/>
            <a:ext cx="4754880" cy="84124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7889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Instant UI Reaction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304495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user taps 💜 Nuzzle, reaction count increments immediately in the local Vue reactive store.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3657600"/>
            <a:ext cx="4754880" cy="84124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74904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Background REST Dispatch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400507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postService.react(postId, "nuzzle") sends async HTTP request in the background.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4617720"/>
            <a:ext cx="4754880" cy="84124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7091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Automatic Rollback on 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496519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network fails or server responds with 500/400, count automatically reverts with a toast notification.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REACTIVE STORE MUTATION IMPLEMENTATION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205740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appStore.ts: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togglePostReaction(postId, type)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post = posts.find(p =&gt; p.id === postId);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(!post) return;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Optimistic Mutation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previousState = { ...post.reactions };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post.reactions[type]++;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post.isReacted = true;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Async REST API Request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= await postService.react(postId, type);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(!res.success) throw new Error(res.error);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(err)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Rollback on Network Failure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post.reactions = previousState;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post.isReacted = false;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showToast("Failed to save reaction. Please retry.");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10 / 11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3 • LESSONS LEARNED &amp; CHALLENGES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Technical Hurdles &amp; Architectural Solutions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737360"/>
            <a:ext cx="109728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739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HURDLE 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 Pool Starvation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60120" y="24688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CHALLENGE: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Prisma initially failed with "prepared statement already exists" and connection exhaustion on Supabase serverless instances during concurrent traffic.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" y="361188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490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 SOLVED IT: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0120" y="39776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Configured dual connection strings: Transaction pooler (Port 6543, pgbouncer=true) for runtime APIs and Session pooler (Port 5432) for schema migrations.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737360"/>
            <a:ext cx="109728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7739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HURDLE 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OAuth Port &amp; Redirect Mismatch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0" y="24688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CHALLENGE: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OAuth redirected back to localhost:3000 resulting in "Connection Refused" because the Vue.js frontend was running on localhost:5173.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361188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7490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 SOLVED IT: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0" y="39776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Configured Supabase URL Configuration whitelist to include http://localhost:5173/** and updated redirect_to options in signInWithOAuth.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5528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1737360"/>
            <a:ext cx="109728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17739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HURDLE 03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8388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Decoupled Environment Security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183880" y="24688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CHALLENGE: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18388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Vercel warned of exposing private database credentials if variables carried framework prefixes like NEXT_PUBLIC_.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83880" y="361188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37490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 SOLVED IT: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183880" y="39776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Architected server-side Supabase client to read private SUPABASE_URL and SUPABASE_ANON_KEY while Vue client uses VITE_ public variables.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11 / 11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3 • IMPROVEMENTS &amp; RELEASE READINESS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Improvements &amp; Fresh Account Lifecycle Engineering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MAJOR ENGINEERING IMPROVEMENTS MADE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475488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1945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Mock Data to PostgreSQL Cloud Migration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246888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Migrated from in-memory arrays to 18 live tables on Supabase Cloud PostgreSQL with relational integrity.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063240"/>
            <a:ext cx="475488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15468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Google OAuth 2.0 Integration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3000" y="342900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Engineered 1-click Google authentication capturing user profile, display name, and avatar seamlessly.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4023360"/>
            <a:ext cx="475488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11480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Fresh Account Lifecycle &amp; Data Isolation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438912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users land on a clean slate without inheriting demo pets or mock memories. Fresh pet registration &amp; personal photo grid.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5840" y="4983480"/>
            <a:ext cx="475488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0749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First-Visit Auth Gate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" y="534924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Enforced authentication guard so fresh visitors must log in or sign up before accessing the Den Feed.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RELEASE SUMMARY &amp; REPOSITORIES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210312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18+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629400" y="2606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API Handlers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869680" y="210312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0684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006840" y="2606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Models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92240" y="315468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3246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1-Click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629400" y="3657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OAuth 2.0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869680" y="315468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06840" y="3246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006840" y="3657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Type-Safe (TS)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4389120"/>
            <a:ext cx="4663440" cy="1280160"/>
          </a:xfrm>
          <a:prstGeom prst="round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45262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📦 PRODUCTION GITHUB REPOSITORIES: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75120" y="48006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Frontend Repo: https://github.com/zafor2002/nuzzle-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Backend Repo:  https://github.com/zafor2002/nuzzle-backend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Live Status:   Nuzzle API v2.0 Console Operational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Nuzzle (Dhaka, Bangladesh)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 2: Backend &amp; API Integration • Session 2: Building RESTful APIs &amp; Connecting Frontend to Backend</dc:title>
  <dc:subject>5-Minute Presentation: Backend Architecture, API Integration Demo, Lessons Learned &amp; Improvements Made</dc:subject>
  <dc:creator>Abu Zafor, Nadim Rahman, Rizvi Sarker</dc:creator>
  <cp:lastModifiedBy>Abu Zafor, Nadim Rahman, Rizvi Sarker</cp:lastModifiedBy>
  <cp:revision>1</cp:revision>
  <dcterms:created xsi:type="dcterms:W3CDTF">2026-09-04T05:33:35Z</dcterms:created>
  <dcterms:modified xsi:type="dcterms:W3CDTF">2026-09-04T05:33:35Z</dcterms:modified>
</cp:coreProperties>
</file>